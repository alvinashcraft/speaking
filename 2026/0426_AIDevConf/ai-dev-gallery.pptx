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ithub.com/alvinashcraft/" TargetMode="External"/><Relationship Id="rId3" Type="http://schemas.openxmlformats.org/officeDocument/2006/relationships/hyperlink" Target="https://www.alvinashcraft.com/" TargetMode="External"/><Relationship Id="rId4" Type="http://schemas.openxmlformats.org/officeDocument/2006/relationships/hyperlink" Target="https://bsky.app/profile/alvinashcraft.com" TargetMode="External"/><Relationship Id="rId1" Type="http://schemas.openxmlformats.org/officeDocument/2006/relationships/image" Target="../media/Slide-2-image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://aka.ms/ai-dev-gallery-store" TargetMode="External"/><Relationship Id="rId3" Type="http://schemas.openxmlformats.org/officeDocument/2006/relationships/hyperlink" Target="https://github.com/microsoft/ai-dev-gallery/" TargetMode="External"/><Relationship Id="rId4" Type="http://schemas.openxmlformats.org/officeDocument/2006/relationships/hyperlink" Target="https://learn.microsoft.com/windows/ai/overview" TargetMode="External"/><Relationship Id="rId1" Type="http://schemas.openxmlformats.org/officeDocument/2006/relationships/image" Target="../media/Slide-7-image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lvinashcraft.com/" TargetMode="External"/><Relationship Id="rId3" Type="http://schemas.openxmlformats.org/officeDocument/2006/relationships/hyperlink" Target="https://bsky.app/profile/alvinashcraft.com" TargetMode="External"/><Relationship Id="rId1" Type="http://schemas.openxmlformats.org/officeDocument/2006/relationships/image" Target="../media/Slide-8-image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1878806"/>
            <a:ext cx="11372850" cy="16201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725" b="1" spc="94" kern="0" dirty="0">
                <a:solidFill>
                  <a:srgbClr val="FFF8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Windows AI Development  with the AI Dev Gallery</a:t>
            </a:r>
            <a:endParaRPr lang="en-US" sz="4725" dirty="0"/>
          </a:p>
        </p:txBody>
      </p:sp>
      <p:sp>
        <p:nvSpPr>
          <p:cNvPr id="3" name="Text 1"/>
          <p:cNvSpPr/>
          <p:nvPr/>
        </p:nvSpPr>
        <p:spPr>
          <a:xfrm>
            <a:off x="666750" y="3715643"/>
            <a:ext cx="11372850" cy="58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413" b="1" spc="94" kern="0" dirty="0">
                <a:solidFill>
                  <a:srgbClr val="FFF8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Alvin Ashcraft</a:t>
            </a:r>
            <a:endParaRPr lang="en-US" sz="3413" dirty="0"/>
          </a:p>
        </p:txBody>
      </p:sp>
      <p:sp>
        <p:nvSpPr>
          <p:cNvPr id="4" name="Text 2"/>
          <p:cNvSpPr/>
          <p:nvPr/>
        </p:nvSpPr>
        <p:spPr>
          <a:xfrm>
            <a:off x="666750" y="4484043"/>
            <a:ext cx="11372850" cy="495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888" b="1" spc="94" kern="0" dirty="0">
                <a:solidFill>
                  <a:srgbClr val="FFF8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April 26, 2026</a:t>
            </a:r>
            <a:endParaRPr lang="en-US" sz="288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216000"/>
              </a:lnSpc>
              <a:buNone/>
            </a:pPr>
            <a:r>
              <a:rPr lang="en-US" sz="1733" b="1" spc="94" kern="0" dirty="0">
                <a:solidFill>
                  <a:srgbClr val="6A7A7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Windows AI Dev Options with the AI Dev Gallery</a:t>
            </a:r>
            <a:endParaRPr lang="en-US" sz="1733" dirty="0"/>
          </a:p>
        </p:txBody>
      </p:sp>
      <p:sp>
        <p:nvSpPr>
          <p:cNvPr id="3" name="Text 1"/>
          <p:cNvSpPr/>
          <p:nvPr/>
        </p:nvSpPr>
        <p:spPr>
          <a:xfrm>
            <a:off x="666750" y="666750"/>
            <a:ext cx="11372850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38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About Me</a:t>
            </a:r>
            <a:endParaRPr lang="en-US" sz="3938" dirty="0"/>
          </a:p>
        </p:txBody>
      </p:sp>
      <p:sp>
        <p:nvSpPr>
          <p:cNvPr id="4" name="Text 2"/>
          <p:cNvSpPr/>
          <p:nvPr/>
        </p:nvSpPr>
        <p:spPr>
          <a:xfrm>
            <a:off x="666750" y="1675209"/>
            <a:ext cx="10858500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Alvin Ashcraft</a:t>
            </a:r>
            <a:endParaRPr lang="en-US" sz="2625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Sr. Content Developer — Microsoft Learn</a:t>
            </a:r>
            <a:endParaRPr lang="en-US" sz="2625" dirty="0"/>
          </a:p>
        </p:txBody>
      </p:sp>
      <p:sp>
        <p:nvSpPr>
          <p:cNvPr id="5" name="Text 3"/>
          <p:cNvSpPr/>
          <p:nvPr/>
        </p:nvSpPr>
        <p:spPr>
          <a:xfrm>
            <a:off x="666750" y="3008709"/>
            <a:ext cx="11163300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625" u="sng" spc="94" kern="0" dirty="0">
                <a:solidFill>
                  <a:srgbClr val="0288D1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github.com/alvinashcraft</a:t>
            </a:r>
            <a:pPr algn="l" indent="0" marL="0">
              <a:lnSpc>
                <a:spcPct val="135000"/>
              </a:lnSpc>
              <a:buNone/>
            </a:pPr>
            <a:endParaRPr lang="en-US" sz="26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625" u="sng" spc="94" kern="0" dirty="0">
                <a:solidFill>
                  <a:srgbClr val="0288D1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alvinashcraft.com</a:t>
            </a:r>
            <a:pPr algn="l" indent="0" marL="0">
              <a:lnSpc>
                <a:spcPct val="135000"/>
              </a:lnSpc>
              <a:buNone/>
            </a:pPr>
            <a:endParaRPr lang="en-US" sz="26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625" u="sng" spc="94" kern="0" dirty="0">
                <a:solidFill>
                  <a:srgbClr val="0288D1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bsky.app/profile/alvinashcraft.com</a:t>
            </a:r>
            <a:endParaRPr lang="en-US" sz="2625" dirty="0"/>
          </a:p>
        </p:txBody>
      </p:sp>
      <p:sp>
        <p:nvSpPr>
          <p:cNvPr id="6" name="Text 4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238000"/>
              </a:lnSpc>
              <a:buNone/>
            </a:pPr>
            <a:r>
              <a:rPr lang="en-US" sz="1575" spc="94" kern="0" dirty="0">
                <a:solidFill>
                  <a:srgbClr val="6A7A7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Agents Conference 2026</a:t>
            </a:r>
            <a:endParaRPr lang="en-US" sz="15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216000"/>
              </a:lnSpc>
              <a:buNone/>
            </a:pPr>
            <a:r>
              <a:rPr lang="en-US" sz="1733" b="1" spc="94" kern="0" dirty="0">
                <a:solidFill>
                  <a:srgbClr val="6A7A7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Windows AI Dev Options with the AI Dev Gallery</a:t>
            </a:r>
            <a:endParaRPr lang="en-US" sz="1733" dirty="0"/>
          </a:p>
        </p:txBody>
      </p:sp>
      <p:sp>
        <p:nvSpPr>
          <p:cNvPr id="3" name="Text 1"/>
          <p:cNvSpPr/>
          <p:nvPr/>
        </p:nvSpPr>
        <p:spPr>
          <a:xfrm>
            <a:off x="666750" y="666750"/>
            <a:ext cx="11372850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38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Agenda</a:t>
            </a:r>
            <a:endParaRPr lang="en-US" sz="3938" dirty="0"/>
          </a:p>
        </p:txBody>
      </p:sp>
      <p:sp>
        <p:nvSpPr>
          <p:cNvPr id="4" name="Text 2"/>
          <p:cNvSpPr/>
          <p:nvPr/>
        </p:nvSpPr>
        <p:spPr>
          <a:xfrm>
            <a:off x="666750" y="1675209"/>
            <a:ext cx="1085850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is the AI Dev Gallery?</a:t>
            </a:r>
            <a:endParaRPr lang="en-US" sz="2625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Features</a:t>
            </a:r>
            <a:endParaRPr lang="en-US" sz="2625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Demos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🎉</a:t>
            </a:r>
            <a:endParaRPr lang="en-US" sz="2625" dirty="0"/>
          </a:p>
        </p:txBody>
      </p:sp>
      <p:sp>
        <p:nvSpPr>
          <p:cNvPr id="5" name="Text 3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238000"/>
              </a:lnSpc>
              <a:buNone/>
            </a:pPr>
            <a:r>
              <a:rPr lang="en-US" sz="1575" spc="94" kern="0" dirty="0">
                <a:solidFill>
                  <a:srgbClr val="6A7A7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Agents Conference 2026</a:t>
            </a:r>
            <a:endParaRPr lang="en-US" sz="15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800" y="0"/>
            <a:ext cx="42672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7924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216000"/>
              </a:lnSpc>
              <a:buNone/>
            </a:pPr>
            <a:r>
              <a:rPr lang="en-US" sz="1733" b="1" spc="94" kern="0" dirty="0">
                <a:solidFill>
                  <a:srgbClr val="6A7A7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Windows AI Dev Options with the AI Dev Gallery</a:t>
            </a:r>
            <a:endParaRPr lang="en-US" sz="1733" dirty="0"/>
          </a:p>
        </p:txBody>
      </p:sp>
      <p:sp>
        <p:nvSpPr>
          <p:cNvPr id="4" name="Text 1"/>
          <p:cNvSpPr/>
          <p:nvPr/>
        </p:nvSpPr>
        <p:spPr>
          <a:xfrm>
            <a:off x="666750" y="666750"/>
            <a:ext cx="7105650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38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What is the AI Dev Gallery?</a:t>
            </a:r>
            <a:endParaRPr lang="en-US" sz="3938" dirty="0"/>
          </a:p>
        </p:txBody>
      </p:sp>
      <p:sp>
        <p:nvSpPr>
          <p:cNvPr id="5" name="Text 2"/>
          <p:cNvSpPr/>
          <p:nvPr/>
        </p:nvSpPr>
        <p:spPr>
          <a:xfrm>
            <a:off x="666750" y="1675209"/>
            <a:ext cx="6591300" cy="355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Open-source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Windows app from Microsoft</a:t>
            </a:r>
            <a:endParaRPr lang="en-US" sz="2625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Available free in the </a:t>
            </a:r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Microsoft Store</a:t>
            </a:r>
            <a:endParaRPr lang="en-US" sz="2625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Integrate </a:t>
            </a:r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capabilities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into your native Windows apps</a:t>
            </a:r>
            <a:endParaRPr lang="en-US" sz="2625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Discover AI scenarios &amp; models</a:t>
            </a:r>
            <a:endParaRPr lang="en-US" sz="2625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Built with </a:t>
            </a:r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WinUI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&amp; </a:t>
            </a:r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Windows App SDK</a:t>
            </a:r>
            <a:endParaRPr lang="en-US" sz="2625" dirty="0"/>
          </a:p>
        </p:txBody>
      </p:sp>
      <p:sp>
        <p:nvSpPr>
          <p:cNvPr id="6" name="Text 3"/>
          <p:cNvSpPr/>
          <p:nvPr/>
        </p:nvSpPr>
        <p:spPr>
          <a:xfrm>
            <a:off x="0" y="6191250"/>
            <a:ext cx="79248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238000"/>
              </a:lnSpc>
              <a:buNone/>
            </a:pPr>
            <a:r>
              <a:rPr lang="en-US" sz="1575" spc="94" kern="0" dirty="0">
                <a:solidFill>
                  <a:srgbClr val="6A7A7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Agents Conference 2026</a:t>
            </a:r>
            <a:endParaRPr lang="en-US" sz="15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216000"/>
              </a:lnSpc>
              <a:buNone/>
            </a:pPr>
            <a:r>
              <a:rPr lang="en-US" sz="1733" b="1" spc="94" kern="0" dirty="0">
                <a:solidFill>
                  <a:srgbClr val="6A7A7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Windows AI Dev Options with the AI Dev Gallery</a:t>
            </a:r>
            <a:endParaRPr lang="en-US" sz="1733" dirty="0"/>
          </a:p>
        </p:txBody>
      </p:sp>
      <p:sp>
        <p:nvSpPr>
          <p:cNvPr id="3" name="Text 1"/>
          <p:cNvSpPr/>
          <p:nvPr/>
        </p:nvSpPr>
        <p:spPr>
          <a:xfrm>
            <a:off x="666750" y="666750"/>
            <a:ext cx="11372850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38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Key Features</a:t>
            </a:r>
            <a:endParaRPr lang="en-US" sz="3938" dirty="0"/>
          </a:p>
        </p:txBody>
      </p:sp>
      <p:sp>
        <p:nvSpPr>
          <p:cNvPr id="4" name="Text 2"/>
          <p:cNvSpPr/>
          <p:nvPr/>
        </p:nvSpPr>
        <p:spPr>
          <a:xfrm>
            <a:off x="666750" y="1558528"/>
            <a:ext cx="5262563" cy="58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13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🧠</a:t>
            </a:r>
            <a:pPr algn="l" indent="0" marL="0">
              <a:lnSpc>
                <a:spcPct val="135000"/>
              </a:lnSpc>
              <a:buNone/>
            </a:pPr>
            <a:r>
              <a:rPr lang="en-US" sz="3413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Models &amp; Samples</a:t>
            </a:r>
            <a:endParaRPr lang="en-US" sz="3413" dirty="0"/>
          </a:p>
        </p:txBody>
      </p:sp>
      <p:sp>
        <p:nvSpPr>
          <p:cNvPr id="5" name="Text 3"/>
          <p:cNvSpPr/>
          <p:nvPr/>
        </p:nvSpPr>
        <p:spPr>
          <a:xfrm>
            <a:off x="666750" y="2476946"/>
            <a:ext cx="5262563" cy="33504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25+ interactive samples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powered by local AI models</a:t>
            </a:r>
            <a:endParaRPr lang="en-US" sz="2625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Browse and download models from </a:t>
            </a:r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Hugging Face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GitHub</a:t>
            </a:r>
            <a:endParaRPr lang="en-US" sz="2625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Supports </a:t>
            </a:r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Phi Silica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on Copilot+ PCs</a:t>
            </a:r>
            <a:endParaRPr lang="en-US" sz="2625" dirty="0"/>
          </a:p>
        </p:txBody>
      </p:sp>
      <p:sp>
        <p:nvSpPr>
          <p:cNvPr id="6" name="Text 4"/>
          <p:cNvSpPr/>
          <p:nvPr/>
        </p:nvSpPr>
        <p:spPr>
          <a:xfrm>
            <a:off x="6262688" y="1558528"/>
            <a:ext cx="5262563" cy="58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413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🛠️</a:t>
            </a:r>
            <a:pPr algn="l" indent="0" marL="0">
              <a:lnSpc>
                <a:spcPct val="135000"/>
              </a:lnSpc>
              <a:buNone/>
            </a:pPr>
            <a:r>
              <a:rPr lang="en-US" sz="3413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Developer Experience</a:t>
            </a:r>
            <a:endParaRPr lang="en-US" sz="3413" dirty="0"/>
          </a:p>
        </p:txBody>
      </p:sp>
      <p:sp>
        <p:nvSpPr>
          <p:cNvPr id="7" name="Text 5"/>
          <p:cNvSpPr/>
          <p:nvPr/>
        </p:nvSpPr>
        <p:spPr>
          <a:xfrm>
            <a:off x="6262688" y="2476946"/>
            <a:ext cx="5262563" cy="3900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View </a:t>
            </a:r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C# source code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for every sample</a:t>
            </a:r>
            <a:endParaRPr lang="en-US" sz="2625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Export standalone Visual Studio projects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with a single click</a:t>
            </a:r>
            <a:endParaRPr lang="en-US" sz="2625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Works </a:t>
            </a:r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offline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models run locally</a:t>
            </a:r>
            <a:endParaRPr lang="en-US" sz="2625" dirty="0"/>
          </a:p>
          <a:p>
            <a:pPr algn="l" marL="342900" indent="-342900">
              <a:lnSpc>
                <a:spcPct val="135000"/>
              </a:lnSpc>
              <a:buSzPct val="100000"/>
              <a:buChar char="•"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Supports </a:t>
            </a:r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x64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and </a:t>
            </a:r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Arm64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PCs</a:t>
            </a:r>
            <a:endParaRPr lang="en-US" sz="2625" dirty="0"/>
          </a:p>
        </p:txBody>
      </p:sp>
      <p:sp>
        <p:nvSpPr>
          <p:cNvPr id="8" name="Text 6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238000"/>
              </a:lnSpc>
              <a:buNone/>
            </a:pPr>
            <a:r>
              <a:rPr lang="en-US" sz="1575" spc="94" kern="0" dirty="0">
                <a:solidFill>
                  <a:srgbClr val="6A7A7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Agents Conference 2026</a:t>
            </a:r>
            <a:endParaRPr lang="en-US" sz="15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2623096"/>
            <a:ext cx="11372850" cy="81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4725" b="1" spc="94" kern="0" dirty="0">
                <a:solidFill>
                  <a:srgbClr val="FFF8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🚀</a:t>
            </a:r>
            <a:pPr algn="ctr" indent="0" marL="0">
              <a:lnSpc>
                <a:spcPct val="135000"/>
              </a:lnSpc>
              <a:buNone/>
            </a:pPr>
            <a:r>
              <a:rPr lang="en-US" sz="4725" b="1" spc="94" kern="0" dirty="0">
                <a:solidFill>
                  <a:srgbClr val="FFF8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Demo Time</a:t>
            </a:r>
            <a:endParaRPr lang="en-US" sz="4725" dirty="0"/>
          </a:p>
        </p:txBody>
      </p:sp>
      <p:sp>
        <p:nvSpPr>
          <p:cNvPr id="3" name="Text 1"/>
          <p:cNvSpPr/>
          <p:nvPr/>
        </p:nvSpPr>
        <p:spPr>
          <a:xfrm>
            <a:off x="666750" y="3649861"/>
            <a:ext cx="11372850" cy="58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413" b="1" spc="94" kern="0" dirty="0">
                <a:solidFill>
                  <a:srgbClr val="FFF8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Let's explore the AI Dev Gallery</a:t>
            </a:r>
            <a:endParaRPr lang="en-US" sz="3413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216000"/>
              </a:lnSpc>
              <a:buNone/>
            </a:pPr>
            <a:r>
              <a:rPr lang="en-US" sz="1733" b="1" spc="94" kern="0" dirty="0">
                <a:solidFill>
                  <a:srgbClr val="6A7A7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Explore Windows AI Dev Options with the AI Dev Gallery</a:t>
            </a:r>
            <a:endParaRPr lang="en-US" sz="1733" dirty="0"/>
          </a:p>
        </p:txBody>
      </p:sp>
      <p:sp>
        <p:nvSpPr>
          <p:cNvPr id="3" name="Text 1"/>
          <p:cNvSpPr/>
          <p:nvPr/>
        </p:nvSpPr>
        <p:spPr>
          <a:xfrm>
            <a:off x="666750" y="666750"/>
            <a:ext cx="11372850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3938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Resources</a:t>
            </a:r>
            <a:endParaRPr lang="en-US" sz="3938" dirty="0"/>
          </a:p>
        </p:txBody>
      </p:sp>
      <p:sp>
        <p:nvSpPr>
          <p:cNvPr id="4" name="Text 2"/>
          <p:cNvSpPr/>
          <p:nvPr/>
        </p:nvSpPr>
        <p:spPr>
          <a:xfrm>
            <a:off x="666750" y="1675209"/>
            <a:ext cx="11163300" cy="13501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Microsoft Store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</a:t>
            </a:r>
            <a:pPr algn="l" indent="0" marL="0">
              <a:lnSpc>
                <a:spcPct val="135000"/>
              </a:lnSpc>
              <a:buNone/>
            </a:pPr>
            <a:r>
              <a:rPr lang="en-US" sz="2625" u="sng" spc="94" kern="0" dirty="0">
                <a:solidFill>
                  <a:srgbClr val="0288D1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aka.ms/ai-dev-gallery-store</a:t>
            </a:r>
            <a:pPr algn="l" indent="0" marL="0">
              <a:lnSpc>
                <a:spcPct val="135000"/>
              </a:lnSpc>
              <a:buNone/>
            </a:pPr>
            <a:endParaRPr lang="en-US" sz="26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GitHub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</a:t>
            </a:r>
            <a:pPr algn="l" indent="0" marL="0">
              <a:lnSpc>
                <a:spcPct val="135000"/>
              </a:lnSpc>
              <a:buNone/>
            </a:pPr>
            <a:r>
              <a:rPr lang="en-US" sz="2625" u="sng" spc="94" kern="0" dirty="0">
                <a:solidFill>
                  <a:srgbClr val="0288D1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github.com/microsoft/ai-dev-gallery</a:t>
            </a:r>
            <a:pPr algn="l" indent="0" marL="0">
              <a:lnSpc>
                <a:spcPct val="135000"/>
              </a:lnSpc>
              <a:buNone/>
            </a:pPr>
            <a:endParaRPr lang="en-US" sz="2625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625" b="1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Windows AI Docs</a:t>
            </a:r>
            <a:pPr algn="l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455A64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— </a:t>
            </a:r>
            <a:pPr algn="l" indent="0" marL="0">
              <a:lnSpc>
                <a:spcPct val="135000"/>
              </a:lnSpc>
              <a:buNone/>
            </a:pPr>
            <a:r>
              <a:rPr lang="en-US" sz="2625" u="sng" spc="94" kern="0" dirty="0">
                <a:solidFill>
                  <a:srgbClr val="0288D1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learn.microsoft.com/windows/ai</a:t>
            </a:r>
            <a:endParaRPr lang="en-US" sz="2625" dirty="0"/>
          </a:p>
        </p:txBody>
      </p:sp>
      <p:sp>
        <p:nvSpPr>
          <p:cNvPr id="5" name="Text 3"/>
          <p:cNvSpPr/>
          <p:nvPr/>
        </p:nvSpPr>
        <p:spPr>
          <a:xfrm>
            <a:off x="0" y="6191250"/>
            <a:ext cx="12192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238000"/>
              </a:lnSpc>
              <a:buNone/>
            </a:pPr>
            <a:r>
              <a:rPr lang="en-US" sz="1575" spc="94" kern="0" dirty="0">
                <a:solidFill>
                  <a:srgbClr val="6A7A7D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AI Agents Conference 2026</a:t>
            </a:r>
            <a:endParaRPr lang="en-US" sz="157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750" y="1288554"/>
            <a:ext cx="11372850" cy="2695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938" b="1" spc="94" kern="0" dirty="0">
                <a:solidFill>
                  <a:srgbClr val="FFF8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Thank You!</a:t>
            </a:r>
            <a:endParaRPr lang="en-US" sz="3938" dirty="0"/>
          </a:p>
        </p:txBody>
      </p:sp>
      <p:sp>
        <p:nvSpPr>
          <p:cNvPr id="3" name="Text 1"/>
          <p:cNvSpPr/>
          <p:nvPr/>
        </p:nvSpPr>
        <p:spPr>
          <a:xfrm>
            <a:off x="666750" y="4200823"/>
            <a:ext cx="11372850" cy="5850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3413" b="1" spc="94" kern="0" dirty="0">
                <a:solidFill>
                  <a:srgbClr val="FFF8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Questions?</a:t>
            </a:r>
            <a:endParaRPr lang="en-US" sz="3413" dirty="0"/>
          </a:p>
        </p:txBody>
      </p:sp>
      <p:sp>
        <p:nvSpPr>
          <p:cNvPr id="4" name="Text 2"/>
          <p:cNvSpPr/>
          <p:nvPr/>
        </p:nvSpPr>
        <p:spPr>
          <a:xfrm>
            <a:off x="666750" y="5119241"/>
            <a:ext cx="11163300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625" u="sng" spc="94" kern="0" dirty="0">
                <a:solidFill>
                  <a:srgbClr val="81D4F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alvinashcraft.com</a:t>
            </a:r>
            <a:pPr algn="ctr" indent="0" marL="0">
              <a:lnSpc>
                <a:spcPct val="135000"/>
              </a:lnSpc>
              <a:buNone/>
            </a:pPr>
            <a:r>
              <a:rPr lang="en-US" sz="2625" spc="94" kern="0" dirty="0">
                <a:solidFill>
                  <a:srgbClr val="FFF8E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 · </a:t>
            </a:r>
            <a:pPr algn="ctr" indent="0" marL="0">
              <a:lnSpc>
                <a:spcPct val="135000"/>
              </a:lnSpc>
              <a:buNone/>
            </a:pPr>
            <a:r>
              <a:rPr lang="en-US" sz="2625" u="sng" spc="94" kern="0" dirty="0">
                <a:solidFill>
                  <a:srgbClr val="81D4FA"/>
                </a:solidFill>
                <a:latin typeface="Lato" pitchFamily="34" charset="0"/>
                <a:ea typeface="Lato" pitchFamily="34" charset="-122"/>
                <a:cs typeface="Lat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bsky.app/profile/alvinashcraft.com</a:t>
            </a:r>
            <a:endParaRPr lang="en-US" sz="26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0" y="6343650"/>
            <a:ext cx="118110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350">
                <a:solidFill>
                  <a:srgbClr val="77777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2026-04-21T14:40:10Z</dcterms:created>
  <dcterms:modified xsi:type="dcterms:W3CDTF">2026-04-21T14:40:10Z</dcterms:modified>
</cp:coreProperties>
</file>