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48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5204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bsky.app/profile/alvinashcraft.com" TargetMode="External"/><Relationship Id="rId5" Type="http://schemas.openxmlformats.org/officeDocument/2006/relationships/hyperlink" Target="https://www.alvinashcraft.com/" TargetMode="External"/><Relationship Id="rId4" Type="http://schemas.openxmlformats.org/officeDocument/2006/relationships/hyperlink" Target="https://www.github.com/alvinashcraf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earn.microsoft.com/windows/ai/overview" TargetMode="External"/><Relationship Id="rId5" Type="http://schemas.openxmlformats.org/officeDocument/2006/relationships/hyperlink" Target="https://github.com/microsoft/ai-dev-gallery/" TargetMode="External"/><Relationship Id="rId4" Type="http://schemas.openxmlformats.org/officeDocument/2006/relationships/hyperlink" Target="http://aka.ms/ai-dev-gallery-store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bsky.app/profile/alvinashcraft.com" TargetMode="External"/><Relationship Id="rId4" Type="http://schemas.openxmlformats.org/officeDocument/2006/relationships/hyperlink" Target="https://www.alvinashcraf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1878806"/>
            <a:ext cx="11372850" cy="1620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4725" b="1" kern="0" spc="94" dirty="0">
                <a:solidFill>
                  <a:srgbClr val="FFF8E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Explore Windows AI Development  with the AI Dev Gallery</a:t>
            </a:r>
            <a:endParaRPr lang="en-US" sz="4725" dirty="0"/>
          </a:p>
        </p:txBody>
      </p:sp>
      <p:sp>
        <p:nvSpPr>
          <p:cNvPr id="3" name="Text 1"/>
          <p:cNvSpPr/>
          <p:nvPr/>
        </p:nvSpPr>
        <p:spPr>
          <a:xfrm>
            <a:off x="666750" y="4078807"/>
            <a:ext cx="11372850" cy="585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3413" b="1" kern="0" spc="94" dirty="0">
                <a:solidFill>
                  <a:srgbClr val="FFF8E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Alvin Ashcraft</a:t>
            </a:r>
            <a:endParaRPr lang="en-US" sz="3413" dirty="0"/>
          </a:p>
        </p:txBody>
      </p:sp>
      <p:sp>
        <p:nvSpPr>
          <p:cNvPr id="4" name="Text 2"/>
          <p:cNvSpPr/>
          <p:nvPr/>
        </p:nvSpPr>
        <p:spPr>
          <a:xfrm>
            <a:off x="666750" y="4847207"/>
            <a:ext cx="11372850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888" b="1" kern="0" spc="94" dirty="0">
                <a:solidFill>
                  <a:srgbClr val="FFF8E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Sr. Content Developer - Microsoft</a:t>
            </a:r>
            <a:endParaRPr lang="en-US" sz="2888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16000"/>
              </a:lnSpc>
              <a:buNone/>
            </a:pPr>
            <a:r>
              <a:rPr lang="en-US" sz="1733" b="1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Explore Windows AI Dev Options with the AI Dev Gallery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666750" y="666750"/>
            <a:ext cx="11372850" cy="67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938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About Me</a:t>
            </a:r>
            <a:endParaRPr lang="en-US" sz="3938" dirty="0"/>
          </a:p>
        </p:txBody>
      </p:sp>
      <p:sp>
        <p:nvSpPr>
          <p:cNvPr id="4" name="Text 2"/>
          <p:cNvSpPr/>
          <p:nvPr/>
        </p:nvSpPr>
        <p:spPr>
          <a:xfrm>
            <a:off x="666750" y="1675209"/>
            <a:ext cx="10858500" cy="175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Alvin Ashcraft</a:t>
            </a:r>
            <a:endParaRPr lang="en-US" sz="2625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Sr. Content Developer — Microsoft Learn</a:t>
            </a:r>
          </a:p>
          <a:p>
            <a:pPr marL="800100" lvl="1" indent="-342900">
              <a:lnSpc>
                <a:spcPct val="135000"/>
              </a:lnSpc>
              <a:buSzPct val="100000"/>
              <a:buChar char="•"/>
            </a:pP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Microsoft Foundry documentation (Agent services &amp; OpenAI)</a:t>
            </a:r>
            <a:endParaRPr lang="en-US" sz="2625" dirty="0"/>
          </a:p>
        </p:txBody>
      </p:sp>
      <p:sp>
        <p:nvSpPr>
          <p:cNvPr id="5" name="Text 3"/>
          <p:cNvSpPr/>
          <p:nvPr/>
        </p:nvSpPr>
        <p:spPr>
          <a:xfrm>
            <a:off x="666750" y="3683793"/>
            <a:ext cx="11163300" cy="1350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625" u="sng" kern="0" spc="94" dirty="0">
                <a:solidFill>
                  <a:srgbClr val="0288D1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github.com/alvinashcraft</a:t>
            </a:r>
            <a:r>
              <a:rPr lang="en-US" sz="2625" u="sng" kern="0" spc="94" dirty="0">
                <a:solidFill>
                  <a:srgbClr val="0288D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/speaking</a:t>
            </a:r>
            <a:endParaRPr lang="en-US" sz="2625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2625" u="sng" kern="0" spc="94" dirty="0">
                <a:solidFill>
                  <a:srgbClr val="0288D1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alvinashcraft.com</a:t>
            </a:r>
            <a:endParaRPr lang="en-US" sz="2625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2625" u="sng" kern="0" spc="94" dirty="0">
                <a:solidFill>
                  <a:srgbClr val="0288D1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bsky.app/profile/alvinashcraft.com</a:t>
            </a:r>
            <a:endParaRPr lang="en-US" sz="2625" dirty="0"/>
          </a:p>
        </p:txBody>
      </p:sp>
      <p:sp>
        <p:nvSpPr>
          <p:cNvPr id="6" name="Text 4"/>
          <p:cNvSpPr/>
          <p:nvPr/>
        </p:nvSpPr>
        <p:spPr>
          <a:xfrm>
            <a:off x="0" y="6191250"/>
            <a:ext cx="1219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38000"/>
              </a:lnSpc>
              <a:buNone/>
            </a:pPr>
            <a:r>
              <a:rPr lang="en-US" sz="1575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AI Agents Conference 2026</a:t>
            </a:r>
            <a:endParaRPr lang="en-US" sz="15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16000"/>
              </a:lnSpc>
              <a:buNone/>
            </a:pPr>
            <a:r>
              <a:rPr lang="en-US" sz="1733" b="1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Explore Windows AI Dev Options with the AI Dev Gallery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666750" y="666750"/>
            <a:ext cx="11372850" cy="67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938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Agenda</a:t>
            </a:r>
            <a:endParaRPr lang="en-US" sz="3938" dirty="0"/>
          </a:p>
        </p:txBody>
      </p:sp>
      <p:sp>
        <p:nvSpPr>
          <p:cNvPr id="4" name="Text 2"/>
          <p:cNvSpPr/>
          <p:nvPr/>
        </p:nvSpPr>
        <p:spPr>
          <a:xfrm>
            <a:off x="666750" y="1675209"/>
            <a:ext cx="10858500" cy="155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What is the AI Dev Gallery?</a:t>
            </a:r>
            <a:endParaRPr lang="en-US" sz="2625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Key Features</a:t>
            </a:r>
            <a:endParaRPr lang="en-US" sz="2625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Demos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🎉</a:t>
            </a:r>
            <a:endParaRPr lang="en-US" sz="2625" dirty="0"/>
          </a:p>
        </p:txBody>
      </p:sp>
      <p:sp>
        <p:nvSpPr>
          <p:cNvPr id="5" name="Text 3"/>
          <p:cNvSpPr/>
          <p:nvPr/>
        </p:nvSpPr>
        <p:spPr>
          <a:xfrm>
            <a:off x="0" y="6191250"/>
            <a:ext cx="1219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38000"/>
              </a:lnSpc>
              <a:buNone/>
            </a:pPr>
            <a:r>
              <a:rPr lang="en-US" sz="1575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AI Agents Conference 2026</a:t>
            </a:r>
            <a:endParaRPr lang="en-US" sz="15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0" y="0"/>
            <a:ext cx="42672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7924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16000"/>
              </a:lnSpc>
              <a:buNone/>
            </a:pPr>
            <a:r>
              <a:rPr lang="en-US" sz="1733" b="1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Explore Windows AI Dev Options with the AI Dev Gallery</a:t>
            </a:r>
            <a:endParaRPr lang="en-US" sz="1733" dirty="0"/>
          </a:p>
        </p:txBody>
      </p:sp>
      <p:sp>
        <p:nvSpPr>
          <p:cNvPr id="4" name="Text 1"/>
          <p:cNvSpPr/>
          <p:nvPr/>
        </p:nvSpPr>
        <p:spPr>
          <a:xfrm>
            <a:off x="666750" y="666750"/>
            <a:ext cx="7105650" cy="67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938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What is the AI Dev Gallery?</a:t>
            </a:r>
            <a:endParaRPr lang="en-US" sz="3938" dirty="0"/>
          </a:p>
        </p:txBody>
      </p:sp>
      <p:sp>
        <p:nvSpPr>
          <p:cNvPr id="5" name="Text 2"/>
          <p:cNvSpPr/>
          <p:nvPr/>
        </p:nvSpPr>
        <p:spPr>
          <a:xfrm>
            <a:off x="666750" y="1675208"/>
            <a:ext cx="6591300" cy="4323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400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Open-source</a:t>
            </a:r>
            <a:r>
              <a:rPr lang="en-US" sz="2400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Windows app from Microsoft</a:t>
            </a:r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400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Build and run from GitHub source</a:t>
            </a:r>
            <a:endParaRPr lang="en-US" sz="2400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400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Available free in the </a:t>
            </a:r>
            <a:r>
              <a:rPr lang="en-US" sz="2400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Microsoft Store</a:t>
            </a:r>
            <a:endParaRPr lang="en-US" sz="2400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400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Integrate </a:t>
            </a:r>
            <a:r>
              <a:rPr lang="en-US" sz="2400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AI capabilities</a:t>
            </a:r>
            <a:r>
              <a:rPr lang="en-US" sz="2400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into your native Windows apps</a:t>
            </a:r>
            <a:endParaRPr lang="en-US" sz="2400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400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Discover AI scenarios, projects, &amp; models</a:t>
            </a:r>
            <a:endParaRPr lang="en-US" sz="2400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400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Built with </a:t>
            </a:r>
            <a:r>
              <a:rPr lang="en-US" sz="2400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WinUI</a:t>
            </a:r>
            <a:r>
              <a:rPr lang="en-US" sz="2400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&amp; </a:t>
            </a:r>
            <a:r>
              <a:rPr lang="en-US" sz="2400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Windows App SDK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0" y="6191250"/>
            <a:ext cx="7924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38000"/>
              </a:lnSpc>
              <a:buNone/>
            </a:pPr>
            <a:r>
              <a:rPr lang="en-US" sz="1575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AI Agents Conference 2026</a:t>
            </a:r>
            <a:endParaRPr lang="en-US" sz="15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16000"/>
              </a:lnSpc>
              <a:buNone/>
            </a:pPr>
            <a:r>
              <a:rPr lang="en-US" sz="1733" b="1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Explore Windows AI Dev Options with the AI Dev Gallery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666750" y="666750"/>
            <a:ext cx="11372850" cy="67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938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Key Features</a:t>
            </a:r>
            <a:endParaRPr lang="en-US" sz="3938" dirty="0"/>
          </a:p>
        </p:txBody>
      </p:sp>
      <p:sp>
        <p:nvSpPr>
          <p:cNvPr id="4" name="Text 2"/>
          <p:cNvSpPr/>
          <p:nvPr/>
        </p:nvSpPr>
        <p:spPr>
          <a:xfrm>
            <a:off x="666750" y="1558528"/>
            <a:ext cx="5262563" cy="585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413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🧠 Models &amp; Samples</a:t>
            </a:r>
            <a:endParaRPr lang="en-US" sz="3413" dirty="0"/>
          </a:p>
        </p:txBody>
      </p:sp>
      <p:sp>
        <p:nvSpPr>
          <p:cNvPr id="5" name="Text 3"/>
          <p:cNvSpPr/>
          <p:nvPr/>
        </p:nvSpPr>
        <p:spPr>
          <a:xfrm>
            <a:off x="666750" y="2476946"/>
            <a:ext cx="5262563" cy="3350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25+ interactive samples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powered by local AI models</a:t>
            </a:r>
            <a:endParaRPr lang="en-US" sz="2625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Browse and download models from </a:t>
            </a: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Hugging Face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and </a:t>
            </a: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GitHub</a:t>
            </a:r>
            <a:endParaRPr lang="en-US" sz="2625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Supports </a:t>
            </a: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Phi Silica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on Copilot+ PCs</a:t>
            </a:r>
            <a:endParaRPr lang="en-US" sz="2625" dirty="0"/>
          </a:p>
        </p:txBody>
      </p:sp>
      <p:sp>
        <p:nvSpPr>
          <p:cNvPr id="6" name="Text 4"/>
          <p:cNvSpPr/>
          <p:nvPr/>
        </p:nvSpPr>
        <p:spPr>
          <a:xfrm>
            <a:off x="6262688" y="1558528"/>
            <a:ext cx="5262563" cy="585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413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🛠️ Developer Experience</a:t>
            </a:r>
            <a:endParaRPr lang="en-US" sz="3413" dirty="0"/>
          </a:p>
        </p:txBody>
      </p:sp>
      <p:sp>
        <p:nvSpPr>
          <p:cNvPr id="7" name="Text 5"/>
          <p:cNvSpPr/>
          <p:nvPr/>
        </p:nvSpPr>
        <p:spPr>
          <a:xfrm>
            <a:off x="6262688" y="2476946"/>
            <a:ext cx="5262563" cy="390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View </a:t>
            </a: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C# source code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for every sample</a:t>
            </a:r>
            <a:endParaRPr lang="en-US" sz="2625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Export standalone Visual Studio projects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with a single click</a:t>
            </a:r>
            <a:endParaRPr lang="en-US" sz="2625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Works </a:t>
            </a: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offline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— models run locally</a:t>
            </a:r>
            <a:endParaRPr lang="en-US" sz="2625" dirty="0"/>
          </a:p>
          <a:p>
            <a:pPr marL="342900" indent="-342900" algn="l">
              <a:lnSpc>
                <a:spcPct val="135000"/>
              </a:lnSpc>
              <a:buSzPct val="100000"/>
              <a:buChar char="•"/>
            </a:pP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Supports </a:t>
            </a: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x64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and </a:t>
            </a: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Arm64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PCs</a:t>
            </a:r>
            <a:endParaRPr lang="en-US" sz="2625" dirty="0"/>
          </a:p>
        </p:txBody>
      </p:sp>
      <p:sp>
        <p:nvSpPr>
          <p:cNvPr id="8" name="Text 6"/>
          <p:cNvSpPr/>
          <p:nvPr/>
        </p:nvSpPr>
        <p:spPr>
          <a:xfrm>
            <a:off x="0" y="6191250"/>
            <a:ext cx="1219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38000"/>
              </a:lnSpc>
              <a:buNone/>
            </a:pPr>
            <a:r>
              <a:rPr lang="en-US" sz="1575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AI Agents Conference 2026</a:t>
            </a:r>
            <a:endParaRPr lang="en-US" sz="15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2623096"/>
            <a:ext cx="11372850" cy="81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4725" b="1" kern="0" spc="94" dirty="0">
                <a:solidFill>
                  <a:srgbClr val="FFF8E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🚀 Demo Time</a:t>
            </a:r>
            <a:endParaRPr lang="en-US" sz="4725" dirty="0"/>
          </a:p>
        </p:txBody>
      </p:sp>
      <p:sp>
        <p:nvSpPr>
          <p:cNvPr id="3" name="Text 1"/>
          <p:cNvSpPr/>
          <p:nvPr/>
        </p:nvSpPr>
        <p:spPr>
          <a:xfrm>
            <a:off x="666750" y="3649861"/>
            <a:ext cx="11372850" cy="585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3413" b="1" kern="0" spc="94" dirty="0">
                <a:solidFill>
                  <a:srgbClr val="FFF8E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Let's explore the AI Dev Gallery</a:t>
            </a:r>
            <a:endParaRPr lang="en-US" sz="341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16000"/>
              </a:lnSpc>
              <a:buNone/>
            </a:pPr>
            <a:r>
              <a:rPr lang="en-US" sz="1733" b="1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Explore Windows AI Dev Options with the AI Dev Gallery</a:t>
            </a:r>
            <a:endParaRPr lang="en-US" sz="1733" dirty="0"/>
          </a:p>
        </p:txBody>
      </p:sp>
      <p:sp>
        <p:nvSpPr>
          <p:cNvPr id="3" name="Text 1"/>
          <p:cNvSpPr/>
          <p:nvPr/>
        </p:nvSpPr>
        <p:spPr>
          <a:xfrm>
            <a:off x="666750" y="666750"/>
            <a:ext cx="11372850" cy="67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3938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Resources</a:t>
            </a:r>
            <a:endParaRPr lang="en-US" sz="3938" dirty="0"/>
          </a:p>
        </p:txBody>
      </p:sp>
      <p:sp>
        <p:nvSpPr>
          <p:cNvPr id="4" name="Text 2"/>
          <p:cNvSpPr/>
          <p:nvPr/>
        </p:nvSpPr>
        <p:spPr>
          <a:xfrm>
            <a:off x="666750" y="1675209"/>
            <a:ext cx="11163300" cy="1350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Microsoft Store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— </a:t>
            </a:r>
            <a:r>
              <a:rPr lang="en-US" sz="2625" u="sng" kern="0" spc="94" dirty="0">
                <a:solidFill>
                  <a:srgbClr val="0288D1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aka.ms/ai-dev-gallery-store</a:t>
            </a:r>
            <a:endParaRPr lang="en-US" sz="2625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GitHub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— </a:t>
            </a:r>
            <a:r>
              <a:rPr lang="en-US" sz="2625" u="sng" kern="0" spc="94" dirty="0">
                <a:solidFill>
                  <a:srgbClr val="0288D1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github.com/microsoft/ai-dev-gallery</a:t>
            </a:r>
            <a:endParaRPr lang="en-US" sz="2625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2625" b="1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Windows AI Docs</a:t>
            </a:r>
            <a:r>
              <a:rPr lang="en-US" sz="2625" kern="0" spc="94" dirty="0">
                <a:solidFill>
                  <a:srgbClr val="455A64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— </a:t>
            </a:r>
            <a:r>
              <a:rPr lang="en-US" sz="2625" u="sng" kern="0" spc="94" dirty="0">
                <a:solidFill>
                  <a:srgbClr val="0288D1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learn.microsoft.com/windows/ai</a:t>
            </a:r>
            <a:endParaRPr lang="en-US" sz="2625" dirty="0"/>
          </a:p>
        </p:txBody>
      </p:sp>
      <p:sp>
        <p:nvSpPr>
          <p:cNvPr id="5" name="Text 3"/>
          <p:cNvSpPr/>
          <p:nvPr/>
        </p:nvSpPr>
        <p:spPr>
          <a:xfrm>
            <a:off x="0" y="6191250"/>
            <a:ext cx="1219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238000"/>
              </a:lnSpc>
              <a:buNone/>
            </a:pPr>
            <a:r>
              <a:rPr lang="en-US" sz="1575" kern="0" spc="94" dirty="0">
                <a:solidFill>
                  <a:srgbClr val="6A7A7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AI Agents Conference 2026</a:t>
            </a:r>
            <a:endParaRPr lang="en-US" sz="15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6750" y="1288554"/>
            <a:ext cx="11372850" cy="2695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3938" b="1" kern="0" spc="94" dirty="0">
                <a:solidFill>
                  <a:srgbClr val="FFF8E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Thank You!</a:t>
            </a:r>
            <a:endParaRPr lang="en-US" sz="3938" dirty="0"/>
          </a:p>
        </p:txBody>
      </p:sp>
      <p:sp>
        <p:nvSpPr>
          <p:cNvPr id="3" name="Text 1"/>
          <p:cNvSpPr/>
          <p:nvPr/>
        </p:nvSpPr>
        <p:spPr>
          <a:xfrm>
            <a:off x="666750" y="4200823"/>
            <a:ext cx="11372850" cy="585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3413" b="1" kern="0" spc="94" dirty="0">
                <a:solidFill>
                  <a:srgbClr val="FFF8E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Questions?</a:t>
            </a:r>
            <a:endParaRPr lang="en-US" sz="3413" dirty="0"/>
          </a:p>
        </p:txBody>
      </p:sp>
      <p:sp>
        <p:nvSpPr>
          <p:cNvPr id="4" name="Text 2"/>
          <p:cNvSpPr/>
          <p:nvPr/>
        </p:nvSpPr>
        <p:spPr>
          <a:xfrm>
            <a:off x="666750" y="5119241"/>
            <a:ext cx="11163300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2625" u="sng" kern="0" spc="94" dirty="0">
                <a:solidFill>
                  <a:srgbClr val="81D4FA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alvinashcraft.com</a:t>
            </a:r>
            <a:r>
              <a:rPr lang="en-US" sz="2625" kern="0" spc="94" dirty="0">
                <a:solidFill>
                  <a:srgbClr val="FFF8E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· </a:t>
            </a:r>
            <a:r>
              <a:rPr lang="en-US" sz="2625" u="sng" kern="0" spc="94" dirty="0">
                <a:solidFill>
                  <a:srgbClr val="81D4FA"/>
                </a:solidFill>
                <a:latin typeface="Lato" pitchFamily="34" charset="0"/>
                <a:ea typeface="Lato" pitchFamily="34" charset="-122"/>
                <a:cs typeface="Lato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bsky.app/profile/alvinashcraft.com</a:t>
            </a:r>
            <a:endParaRPr lang="en-US" sz="26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322</Words>
  <Application>Microsoft Office PowerPoint</Application>
  <PresentationFormat>Widescreen</PresentationFormat>
  <Paragraphs>66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Alvin Ashcraft</cp:lastModifiedBy>
  <cp:revision>5</cp:revision>
  <dcterms:created xsi:type="dcterms:W3CDTF">2026-04-21T14:40:10Z</dcterms:created>
  <dcterms:modified xsi:type="dcterms:W3CDTF">2026-04-25T18:37:32Z</dcterms:modified>
</cp:coreProperties>
</file>