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1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4" r:id="rId1"/>
  </p:sldMasterIdLst>
  <p:notesMasterIdLst>
    <p:notesMasterId r:id="rId17"/>
  </p:notesMasterIdLst>
  <p:sldIdLst>
    <p:sldId id="256" r:id="rId2"/>
    <p:sldId id="257" r:id="rId3"/>
    <p:sldId id="259" r:id="rId4"/>
    <p:sldId id="258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22"/>
    <p:restoredTop sz="69885" autoAdjust="0"/>
  </p:normalViewPr>
  <p:slideViewPr>
    <p:cSldViewPr snapToGrid="0">
      <p:cViewPr varScale="1">
        <p:scale>
          <a:sx n="93" d="100"/>
          <a:sy n="93" d="100"/>
        </p:scale>
        <p:origin x="190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4" Type="http://schemas.openxmlformats.org/officeDocument/2006/relationships/image" Target="../media/image14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6.svg"/><Relationship Id="rId1" Type="http://schemas.openxmlformats.org/officeDocument/2006/relationships/image" Target="../media/image17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4" Type="http://schemas.openxmlformats.org/officeDocument/2006/relationships/image" Target="../media/image14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6.svg"/><Relationship Id="rId1" Type="http://schemas.openxmlformats.org/officeDocument/2006/relationships/image" Target="../media/image17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#1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#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#3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24BE228-229D-486C-8E00-7A0942FA0FA7}" type="doc">
      <dgm:prSet loTypeId="urn:microsoft.com/office/officeart/2018/2/layout/IconVerticalSolidList" loCatId="icon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en-US"/>
        </a:p>
      </dgm:t>
    </dgm:pt>
    <dgm:pt modelId="{3C33C911-D906-4013-A9D3-6B0C2746F87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Software industry over 30 years</a:t>
          </a:r>
        </a:p>
      </dgm:t>
    </dgm:pt>
    <dgm:pt modelId="{D4EB7E54-0E8D-45A0-A819-7454A28DDD8D}" type="parTrans" cxnId="{2414D0B0-0657-4D2F-935E-20458B649511}">
      <dgm:prSet/>
      <dgm:spPr/>
      <dgm:t>
        <a:bodyPr/>
        <a:lstStyle/>
        <a:p>
          <a:endParaRPr lang="en-US"/>
        </a:p>
      </dgm:t>
    </dgm:pt>
    <dgm:pt modelId="{218B33D3-987D-42BA-B24D-CFFB5BABEC1E}" type="sibTrans" cxnId="{2414D0B0-0657-4D2F-935E-20458B649511}">
      <dgm:prSet/>
      <dgm:spPr/>
      <dgm:t>
        <a:bodyPr/>
        <a:lstStyle/>
        <a:p>
          <a:endParaRPr lang="en-US"/>
        </a:p>
      </dgm:t>
    </dgm:pt>
    <dgm:pt modelId="{5B0E0A79-113C-423C-B147-BD95825AB31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Morning Dew link blog</a:t>
          </a:r>
        </a:p>
      </dgm:t>
    </dgm:pt>
    <dgm:pt modelId="{B94C64EB-A142-414C-8FD5-1245B836B29C}" type="parTrans" cxnId="{18D87EE7-EEF8-44B7-8C2A-710D79289652}">
      <dgm:prSet/>
      <dgm:spPr/>
      <dgm:t>
        <a:bodyPr/>
        <a:lstStyle/>
        <a:p>
          <a:endParaRPr lang="en-US"/>
        </a:p>
      </dgm:t>
    </dgm:pt>
    <dgm:pt modelId="{EB20C9B3-6319-4620-BA19-D8A37730DA56}" type="sibTrans" cxnId="{18D87EE7-EEF8-44B7-8C2A-710D79289652}">
      <dgm:prSet/>
      <dgm:spPr/>
      <dgm:t>
        <a:bodyPr/>
        <a:lstStyle/>
        <a:p>
          <a:endParaRPr lang="en-US"/>
        </a:p>
      </dgm:t>
    </dgm:pt>
    <dgm:pt modelId="{1FA41097-03C2-4A97-9712-20F6A0430B8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Authored three books – Packt Publishing</a:t>
          </a:r>
        </a:p>
      </dgm:t>
    </dgm:pt>
    <dgm:pt modelId="{07648028-5DB5-452C-B8C1-5A3D6C7F6CE1}" type="parTrans" cxnId="{1C8644B0-AC18-4A7A-93D8-FDF28399A2E1}">
      <dgm:prSet/>
      <dgm:spPr/>
      <dgm:t>
        <a:bodyPr/>
        <a:lstStyle/>
        <a:p>
          <a:endParaRPr lang="en-US"/>
        </a:p>
      </dgm:t>
    </dgm:pt>
    <dgm:pt modelId="{4C863964-B6F1-48D4-815B-6D6133A1D995}" type="sibTrans" cxnId="{1C8644B0-AC18-4A7A-93D8-FDF28399A2E1}">
      <dgm:prSet/>
      <dgm:spPr/>
      <dgm:t>
        <a:bodyPr/>
        <a:lstStyle/>
        <a:p>
          <a:endParaRPr lang="en-US"/>
        </a:p>
      </dgm:t>
    </dgm:pt>
    <dgm:pt modelId="{30405F42-3FF9-455A-B13A-E02E567AAB5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Content developer at Microsoft since 2022</a:t>
          </a:r>
        </a:p>
      </dgm:t>
    </dgm:pt>
    <dgm:pt modelId="{1DB3E5A8-CFD6-497A-A95F-CEDCD3CBF81D}" type="parTrans" cxnId="{923BF4A5-86A7-469B-8CAD-CF23E74D434F}">
      <dgm:prSet/>
      <dgm:spPr/>
      <dgm:t>
        <a:bodyPr/>
        <a:lstStyle/>
        <a:p>
          <a:endParaRPr lang="en-US"/>
        </a:p>
      </dgm:t>
    </dgm:pt>
    <dgm:pt modelId="{52BE6FD5-1134-403A-A4A2-207F296AF61C}" type="sibTrans" cxnId="{923BF4A5-86A7-469B-8CAD-CF23E74D434F}">
      <dgm:prSet/>
      <dgm:spPr/>
      <dgm:t>
        <a:bodyPr/>
        <a:lstStyle/>
        <a:p>
          <a:endParaRPr lang="en-US"/>
        </a:p>
      </dgm:t>
    </dgm:pt>
    <dgm:pt modelId="{106A2775-D2F2-4EBB-9645-B34AAAAAACE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TechBash dev conference organizer since 2015</a:t>
          </a:r>
        </a:p>
      </dgm:t>
    </dgm:pt>
    <dgm:pt modelId="{1511A319-D483-4F09-9C16-61ADEF7E5408}" type="parTrans" cxnId="{F7EF1651-5BB1-40E8-9E23-BA1401237B2D}">
      <dgm:prSet/>
      <dgm:spPr/>
      <dgm:t>
        <a:bodyPr/>
        <a:lstStyle/>
        <a:p>
          <a:endParaRPr lang="en-US"/>
        </a:p>
      </dgm:t>
    </dgm:pt>
    <dgm:pt modelId="{ECF3FBF0-E250-40D2-916A-D38C478DFBBC}" type="sibTrans" cxnId="{F7EF1651-5BB1-40E8-9E23-BA1401237B2D}">
      <dgm:prSet/>
      <dgm:spPr/>
      <dgm:t>
        <a:bodyPr/>
        <a:lstStyle/>
        <a:p>
          <a:endParaRPr lang="en-US"/>
        </a:p>
      </dgm:t>
    </dgm:pt>
    <dgm:pt modelId="{D2C6AB6E-9F6E-41A7-81F3-9F0F4952B418}" type="pres">
      <dgm:prSet presAssocID="{B24BE228-229D-486C-8E00-7A0942FA0FA7}" presName="root" presStyleCnt="0">
        <dgm:presLayoutVars>
          <dgm:dir/>
          <dgm:resizeHandles val="exact"/>
        </dgm:presLayoutVars>
      </dgm:prSet>
      <dgm:spPr/>
    </dgm:pt>
    <dgm:pt modelId="{23980639-72FC-4179-8650-564FE9B29C2C}" type="pres">
      <dgm:prSet presAssocID="{3C33C911-D906-4013-A9D3-6B0C2746F87C}" presName="compNode" presStyleCnt="0"/>
      <dgm:spPr/>
    </dgm:pt>
    <dgm:pt modelId="{9DF9C1E4-44D7-43FF-BA08-59383F263C96}" type="pres">
      <dgm:prSet presAssocID="{3C33C911-D906-4013-A9D3-6B0C2746F87C}" presName="bgRect" presStyleLbl="bgShp" presStyleIdx="0" presStyleCnt="5"/>
      <dgm:spPr/>
    </dgm:pt>
    <dgm:pt modelId="{C2E9B45F-F839-40A5-A82F-8BF513D2DFD4}" type="pres">
      <dgm:prSet presAssocID="{3C33C911-D906-4013-A9D3-6B0C2746F87C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9DCB536A-FDFA-4DBF-BB17-0DB98E70F2EC}" type="pres">
      <dgm:prSet presAssocID="{3C33C911-D906-4013-A9D3-6B0C2746F87C}" presName="spaceRect" presStyleCnt="0"/>
      <dgm:spPr/>
    </dgm:pt>
    <dgm:pt modelId="{D92E7A65-C2C6-4A0C-8751-E156BE669FE1}" type="pres">
      <dgm:prSet presAssocID="{3C33C911-D906-4013-A9D3-6B0C2746F87C}" presName="parTx" presStyleLbl="revTx" presStyleIdx="0" presStyleCnt="5">
        <dgm:presLayoutVars>
          <dgm:chMax val="0"/>
          <dgm:chPref val="0"/>
        </dgm:presLayoutVars>
      </dgm:prSet>
      <dgm:spPr/>
    </dgm:pt>
    <dgm:pt modelId="{8FA4AA0A-E876-42C6-AA3D-DC3270CFF438}" type="pres">
      <dgm:prSet presAssocID="{218B33D3-987D-42BA-B24D-CFFB5BABEC1E}" presName="sibTrans" presStyleCnt="0"/>
      <dgm:spPr/>
    </dgm:pt>
    <dgm:pt modelId="{2DB87337-F337-4EBC-8F5C-F2484A4DF738}" type="pres">
      <dgm:prSet presAssocID="{5B0E0A79-113C-423C-B147-BD95825AB31A}" presName="compNode" presStyleCnt="0"/>
      <dgm:spPr/>
    </dgm:pt>
    <dgm:pt modelId="{4C3EBBAE-9F78-46D9-B5BD-A5E370124574}" type="pres">
      <dgm:prSet presAssocID="{5B0E0A79-113C-423C-B147-BD95825AB31A}" presName="bgRect" presStyleLbl="bgShp" presStyleIdx="1" presStyleCnt="5"/>
      <dgm:spPr/>
    </dgm:pt>
    <dgm:pt modelId="{38F0FFC4-C1AF-4110-A2E8-5B10457560CE}" type="pres">
      <dgm:prSet presAssocID="{5B0E0A79-113C-423C-B147-BD95825AB31A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lant"/>
        </a:ext>
      </dgm:extLst>
    </dgm:pt>
    <dgm:pt modelId="{95DBC2EC-4566-4F5B-A616-D62FBBB91399}" type="pres">
      <dgm:prSet presAssocID="{5B0E0A79-113C-423C-B147-BD95825AB31A}" presName="spaceRect" presStyleCnt="0"/>
      <dgm:spPr/>
    </dgm:pt>
    <dgm:pt modelId="{B7A18AA2-94B2-4610-B62B-579A89FDFAF4}" type="pres">
      <dgm:prSet presAssocID="{5B0E0A79-113C-423C-B147-BD95825AB31A}" presName="parTx" presStyleLbl="revTx" presStyleIdx="1" presStyleCnt="5">
        <dgm:presLayoutVars>
          <dgm:chMax val="0"/>
          <dgm:chPref val="0"/>
        </dgm:presLayoutVars>
      </dgm:prSet>
      <dgm:spPr/>
    </dgm:pt>
    <dgm:pt modelId="{2C61B47B-1F99-4A98-8A42-BA837881525A}" type="pres">
      <dgm:prSet presAssocID="{EB20C9B3-6319-4620-BA19-D8A37730DA56}" presName="sibTrans" presStyleCnt="0"/>
      <dgm:spPr/>
    </dgm:pt>
    <dgm:pt modelId="{A10A77CF-FA08-4B11-A677-0C0BAFC6CD91}" type="pres">
      <dgm:prSet presAssocID="{1FA41097-03C2-4A97-9712-20F6A0430B85}" presName="compNode" presStyleCnt="0"/>
      <dgm:spPr/>
    </dgm:pt>
    <dgm:pt modelId="{69986303-35E1-4CD8-B20B-CA73B19DCD79}" type="pres">
      <dgm:prSet presAssocID="{1FA41097-03C2-4A97-9712-20F6A0430B85}" presName="bgRect" presStyleLbl="bgShp" presStyleIdx="2" presStyleCnt="5"/>
      <dgm:spPr/>
    </dgm:pt>
    <dgm:pt modelId="{39E6D4AE-911E-4EBA-A36A-B2ACCF0D0E71}" type="pres">
      <dgm:prSet presAssocID="{1FA41097-03C2-4A97-9712-20F6A0430B85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4D138FB6-20FC-43D9-9A15-7BB972C08217}" type="pres">
      <dgm:prSet presAssocID="{1FA41097-03C2-4A97-9712-20F6A0430B85}" presName="spaceRect" presStyleCnt="0"/>
      <dgm:spPr/>
    </dgm:pt>
    <dgm:pt modelId="{E28D1833-2AE5-4757-8CA8-553F6F26B452}" type="pres">
      <dgm:prSet presAssocID="{1FA41097-03C2-4A97-9712-20F6A0430B85}" presName="parTx" presStyleLbl="revTx" presStyleIdx="2" presStyleCnt="5">
        <dgm:presLayoutVars>
          <dgm:chMax val="0"/>
          <dgm:chPref val="0"/>
        </dgm:presLayoutVars>
      </dgm:prSet>
      <dgm:spPr/>
    </dgm:pt>
    <dgm:pt modelId="{8AC2A985-87B7-420E-B3F2-A2996B1E6B96}" type="pres">
      <dgm:prSet presAssocID="{4C863964-B6F1-48D4-815B-6D6133A1D995}" presName="sibTrans" presStyleCnt="0"/>
      <dgm:spPr/>
    </dgm:pt>
    <dgm:pt modelId="{90912A1F-3664-4ACA-B840-87B6ABCF0EE5}" type="pres">
      <dgm:prSet presAssocID="{30405F42-3FF9-455A-B13A-E02E567AAB59}" presName="compNode" presStyleCnt="0"/>
      <dgm:spPr/>
    </dgm:pt>
    <dgm:pt modelId="{39F3565F-2A4E-4A0F-BDD5-53EA3701D090}" type="pres">
      <dgm:prSet presAssocID="{30405F42-3FF9-455A-B13A-E02E567AAB59}" presName="bgRect" presStyleLbl="bgShp" presStyleIdx="3" presStyleCnt="5"/>
      <dgm:spPr/>
    </dgm:pt>
    <dgm:pt modelId="{58E73CAD-EDE3-4EDD-AC94-98F1592711BB}" type="pres">
      <dgm:prSet presAssocID="{30405F42-3FF9-455A-B13A-E02E567AAB59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D8F3AC18-A620-4B74-A100-8E7678A34FDE}" type="pres">
      <dgm:prSet presAssocID="{30405F42-3FF9-455A-B13A-E02E567AAB59}" presName="spaceRect" presStyleCnt="0"/>
      <dgm:spPr/>
    </dgm:pt>
    <dgm:pt modelId="{BFE9F7BA-30BB-4A14-BDA0-E45728E869E1}" type="pres">
      <dgm:prSet presAssocID="{30405F42-3FF9-455A-B13A-E02E567AAB59}" presName="parTx" presStyleLbl="revTx" presStyleIdx="3" presStyleCnt="5">
        <dgm:presLayoutVars>
          <dgm:chMax val="0"/>
          <dgm:chPref val="0"/>
        </dgm:presLayoutVars>
      </dgm:prSet>
      <dgm:spPr/>
    </dgm:pt>
    <dgm:pt modelId="{B4B5D5E9-FA26-4FE6-BB5E-F7368E1D514A}" type="pres">
      <dgm:prSet presAssocID="{52BE6FD5-1134-403A-A4A2-207F296AF61C}" presName="sibTrans" presStyleCnt="0"/>
      <dgm:spPr/>
    </dgm:pt>
    <dgm:pt modelId="{6061FEB6-98A3-4628-9BFD-BC093009775E}" type="pres">
      <dgm:prSet presAssocID="{106A2775-D2F2-4EBB-9645-B34AAAAAACE1}" presName="compNode" presStyleCnt="0"/>
      <dgm:spPr/>
    </dgm:pt>
    <dgm:pt modelId="{DD5D5315-1B99-4417-92AD-78509283941B}" type="pres">
      <dgm:prSet presAssocID="{106A2775-D2F2-4EBB-9645-B34AAAAAACE1}" presName="bgRect" presStyleLbl="bgShp" presStyleIdx="4" presStyleCnt="5"/>
      <dgm:spPr/>
    </dgm:pt>
    <dgm:pt modelId="{BA5ED48D-45D2-4867-BC14-E0FC675508D0}" type="pres">
      <dgm:prSet presAssocID="{106A2775-D2F2-4EBB-9645-B34AAAAAACE1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626E2388-2528-41EE-921A-86E5EA98FC8D}" type="pres">
      <dgm:prSet presAssocID="{106A2775-D2F2-4EBB-9645-B34AAAAAACE1}" presName="spaceRect" presStyleCnt="0"/>
      <dgm:spPr/>
    </dgm:pt>
    <dgm:pt modelId="{39562760-27C1-45A0-9271-21E233A262AA}" type="pres">
      <dgm:prSet presAssocID="{106A2775-D2F2-4EBB-9645-B34AAAAAACE1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E74D2F0A-06BC-41FB-8332-223D26FB8B15}" type="presOf" srcId="{106A2775-D2F2-4EBB-9645-B34AAAAAACE1}" destId="{39562760-27C1-45A0-9271-21E233A262AA}" srcOrd="0" destOrd="0" presId="urn:microsoft.com/office/officeart/2018/2/layout/IconVerticalSolidList"/>
    <dgm:cxn modelId="{5C9D7027-D3E2-4BD3-AC18-06EA9138851C}" type="presOf" srcId="{3C33C911-D906-4013-A9D3-6B0C2746F87C}" destId="{D92E7A65-C2C6-4A0C-8751-E156BE669FE1}" srcOrd="0" destOrd="0" presId="urn:microsoft.com/office/officeart/2018/2/layout/IconVerticalSolidList"/>
    <dgm:cxn modelId="{F7EF1651-5BB1-40E8-9E23-BA1401237B2D}" srcId="{B24BE228-229D-486C-8E00-7A0942FA0FA7}" destId="{106A2775-D2F2-4EBB-9645-B34AAAAAACE1}" srcOrd="4" destOrd="0" parTransId="{1511A319-D483-4F09-9C16-61ADEF7E5408}" sibTransId="{ECF3FBF0-E250-40D2-916A-D38C478DFBBC}"/>
    <dgm:cxn modelId="{3F4D5190-B12F-472A-AE9C-D00BE71479AD}" type="presOf" srcId="{1FA41097-03C2-4A97-9712-20F6A0430B85}" destId="{E28D1833-2AE5-4757-8CA8-553F6F26B452}" srcOrd="0" destOrd="0" presId="urn:microsoft.com/office/officeart/2018/2/layout/IconVerticalSolidList"/>
    <dgm:cxn modelId="{923BF4A5-86A7-469B-8CAD-CF23E74D434F}" srcId="{B24BE228-229D-486C-8E00-7A0942FA0FA7}" destId="{30405F42-3FF9-455A-B13A-E02E567AAB59}" srcOrd="3" destOrd="0" parTransId="{1DB3E5A8-CFD6-497A-A95F-CEDCD3CBF81D}" sibTransId="{52BE6FD5-1134-403A-A4A2-207F296AF61C}"/>
    <dgm:cxn modelId="{1C8644B0-AC18-4A7A-93D8-FDF28399A2E1}" srcId="{B24BE228-229D-486C-8E00-7A0942FA0FA7}" destId="{1FA41097-03C2-4A97-9712-20F6A0430B85}" srcOrd="2" destOrd="0" parTransId="{07648028-5DB5-452C-B8C1-5A3D6C7F6CE1}" sibTransId="{4C863964-B6F1-48D4-815B-6D6133A1D995}"/>
    <dgm:cxn modelId="{2414D0B0-0657-4D2F-935E-20458B649511}" srcId="{B24BE228-229D-486C-8E00-7A0942FA0FA7}" destId="{3C33C911-D906-4013-A9D3-6B0C2746F87C}" srcOrd="0" destOrd="0" parTransId="{D4EB7E54-0E8D-45A0-A819-7454A28DDD8D}" sibTransId="{218B33D3-987D-42BA-B24D-CFFB5BABEC1E}"/>
    <dgm:cxn modelId="{D7550DBD-CE24-4608-83D6-F99FEE93B60E}" type="presOf" srcId="{5B0E0A79-113C-423C-B147-BD95825AB31A}" destId="{B7A18AA2-94B2-4610-B62B-579A89FDFAF4}" srcOrd="0" destOrd="0" presId="urn:microsoft.com/office/officeart/2018/2/layout/IconVerticalSolidList"/>
    <dgm:cxn modelId="{18D87EE7-EEF8-44B7-8C2A-710D79289652}" srcId="{B24BE228-229D-486C-8E00-7A0942FA0FA7}" destId="{5B0E0A79-113C-423C-B147-BD95825AB31A}" srcOrd="1" destOrd="0" parTransId="{B94C64EB-A142-414C-8FD5-1245B836B29C}" sibTransId="{EB20C9B3-6319-4620-BA19-D8A37730DA56}"/>
    <dgm:cxn modelId="{EC6F69EE-9800-4BDA-A4D7-99037798440C}" type="presOf" srcId="{B24BE228-229D-486C-8E00-7A0942FA0FA7}" destId="{D2C6AB6E-9F6E-41A7-81F3-9F0F4952B418}" srcOrd="0" destOrd="0" presId="urn:microsoft.com/office/officeart/2018/2/layout/IconVerticalSolidList"/>
    <dgm:cxn modelId="{8674D1FF-EAF0-4DF3-A87E-9D6E680921B7}" type="presOf" srcId="{30405F42-3FF9-455A-B13A-E02E567AAB59}" destId="{BFE9F7BA-30BB-4A14-BDA0-E45728E869E1}" srcOrd="0" destOrd="0" presId="urn:microsoft.com/office/officeart/2018/2/layout/IconVerticalSolidList"/>
    <dgm:cxn modelId="{6638CF0A-9A07-4E57-A214-262C4A78BCC1}" type="presParOf" srcId="{D2C6AB6E-9F6E-41A7-81F3-9F0F4952B418}" destId="{23980639-72FC-4179-8650-564FE9B29C2C}" srcOrd="0" destOrd="0" presId="urn:microsoft.com/office/officeart/2018/2/layout/IconVerticalSolidList"/>
    <dgm:cxn modelId="{886851B6-4521-4671-B8E9-61BC27B92C3B}" type="presParOf" srcId="{23980639-72FC-4179-8650-564FE9B29C2C}" destId="{9DF9C1E4-44D7-43FF-BA08-59383F263C96}" srcOrd="0" destOrd="0" presId="urn:microsoft.com/office/officeart/2018/2/layout/IconVerticalSolidList"/>
    <dgm:cxn modelId="{15D71939-D1E1-4E3D-B75C-081B5B84B7E3}" type="presParOf" srcId="{23980639-72FC-4179-8650-564FE9B29C2C}" destId="{C2E9B45F-F839-40A5-A82F-8BF513D2DFD4}" srcOrd="1" destOrd="0" presId="urn:microsoft.com/office/officeart/2018/2/layout/IconVerticalSolidList"/>
    <dgm:cxn modelId="{C6B54BD2-36B1-48BF-A59A-0E578D7D7ECE}" type="presParOf" srcId="{23980639-72FC-4179-8650-564FE9B29C2C}" destId="{9DCB536A-FDFA-4DBF-BB17-0DB98E70F2EC}" srcOrd="2" destOrd="0" presId="urn:microsoft.com/office/officeart/2018/2/layout/IconVerticalSolidList"/>
    <dgm:cxn modelId="{282DC7BB-1DAD-4B5F-BC0D-769EACBFFF33}" type="presParOf" srcId="{23980639-72FC-4179-8650-564FE9B29C2C}" destId="{D92E7A65-C2C6-4A0C-8751-E156BE669FE1}" srcOrd="3" destOrd="0" presId="urn:microsoft.com/office/officeart/2018/2/layout/IconVerticalSolidList"/>
    <dgm:cxn modelId="{0DD2E1AC-31CD-42D9-A6BE-9CFA2CD18253}" type="presParOf" srcId="{D2C6AB6E-9F6E-41A7-81F3-9F0F4952B418}" destId="{8FA4AA0A-E876-42C6-AA3D-DC3270CFF438}" srcOrd="1" destOrd="0" presId="urn:microsoft.com/office/officeart/2018/2/layout/IconVerticalSolidList"/>
    <dgm:cxn modelId="{7CE5ACA4-8C3C-40E3-8FEA-32A5A2431AF7}" type="presParOf" srcId="{D2C6AB6E-9F6E-41A7-81F3-9F0F4952B418}" destId="{2DB87337-F337-4EBC-8F5C-F2484A4DF738}" srcOrd="2" destOrd="0" presId="urn:microsoft.com/office/officeart/2018/2/layout/IconVerticalSolidList"/>
    <dgm:cxn modelId="{109F8C98-5FE1-489F-93CB-D3B6A3A649B6}" type="presParOf" srcId="{2DB87337-F337-4EBC-8F5C-F2484A4DF738}" destId="{4C3EBBAE-9F78-46D9-B5BD-A5E370124574}" srcOrd="0" destOrd="0" presId="urn:microsoft.com/office/officeart/2018/2/layout/IconVerticalSolidList"/>
    <dgm:cxn modelId="{CFDB1F01-AC75-4409-9FEC-898CEE7DDB2A}" type="presParOf" srcId="{2DB87337-F337-4EBC-8F5C-F2484A4DF738}" destId="{38F0FFC4-C1AF-4110-A2E8-5B10457560CE}" srcOrd="1" destOrd="0" presId="urn:microsoft.com/office/officeart/2018/2/layout/IconVerticalSolidList"/>
    <dgm:cxn modelId="{D2740A2A-81E3-430D-8208-2717B6009B41}" type="presParOf" srcId="{2DB87337-F337-4EBC-8F5C-F2484A4DF738}" destId="{95DBC2EC-4566-4F5B-A616-D62FBBB91399}" srcOrd="2" destOrd="0" presId="urn:microsoft.com/office/officeart/2018/2/layout/IconVerticalSolidList"/>
    <dgm:cxn modelId="{A21F5363-C1C9-4F6C-B861-4FF10C849A88}" type="presParOf" srcId="{2DB87337-F337-4EBC-8F5C-F2484A4DF738}" destId="{B7A18AA2-94B2-4610-B62B-579A89FDFAF4}" srcOrd="3" destOrd="0" presId="urn:microsoft.com/office/officeart/2018/2/layout/IconVerticalSolidList"/>
    <dgm:cxn modelId="{AE408BD5-3FC2-4410-957D-A99186BF066B}" type="presParOf" srcId="{D2C6AB6E-9F6E-41A7-81F3-9F0F4952B418}" destId="{2C61B47B-1F99-4A98-8A42-BA837881525A}" srcOrd="3" destOrd="0" presId="urn:microsoft.com/office/officeart/2018/2/layout/IconVerticalSolidList"/>
    <dgm:cxn modelId="{19790CA0-C750-452D-A661-42CAB33D50D4}" type="presParOf" srcId="{D2C6AB6E-9F6E-41A7-81F3-9F0F4952B418}" destId="{A10A77CF-FA08-4B11-A677-0C0BAFC6CD91}" srcOrd="4" destOrd="0" presId="urn:microsoft.com/office/officeart/2018/2/layout/IconVerticalSolidList"/>
    <dgm:cxn modelId="{1030BD3A-D7C8-41C8-B989-DB58A618E269}" type="presParOf" srcId="{A10A77CF-FA08-4B11-A677-0C0BAFC6CD91}" destId="{69986303-35E1-4CD8-B20B-CA73B19DCD79}" srcOrd="0" destOrd="0" presId="urn:microsoft.com/office/officeart/2018/2/layout/IconVerticalSolidList"/>
    <dgm:cxn modelId="{9B99450B-A18A-4703-9538-3BA6DD7B8A4E}" type="presParOf" srcId="{A10A77CF-FA08-4B11-A677-0C0BAFC6CD91}" destId="{39E6D4AE-911E-4EBA-A36A-B2ACCF0D0E71}" srcOrd="1" destOrd="0" presId="urn:microsoft.com/office/officeart/2018/2/layout/IconVerticalSolidList"/>
    <dgm:cxn modelId="{9517D5B0-FE4F-4F0D-AEB8-F3E57E67FE6C}" type="presParOf" srcId="{A10A77CF-FA08-4B11-A677-0C0BAFC6CD91}" destId="{4D138FB6-20FC-43D9-9A15-7BB972C08217}" srcOrd="2" destOrd="0" presId="urn:microsoft.com/office/officeart/2018/2/layout/IconVerticalSolidList"/>
    <dgm:cxn modelId="{4AF61CCD-E4F9-460D-AA79-84BF010D27F2}" type="presParOf" srcId="{A10A77CF-FA08-4B11-A677-0C0BAFC6CD91}" destId="{E28D1833-2AE5-4757-8CA8-553F6F26B452}" srcOrd="3" destOrd="0" presId="urn:microsoft.com/office/officeart/2018/2/layout/IconVerticalSolidList"/>
    <dgm:cxn modelId="{A5B9BB68-7F30-4A6B-B3B8-016B5D952961}" type="presParOf" srcId="{D2C6AB6E-9F6E-41A7-81F3-9F0F4952B418}" destId="{8AC2A985-87B7-420E-B3F2-A2996B1E6B96}" srcOrd="5" destOrd="0" presId="urn:microsoft.com/office/officeart/2018/2/layout/IconVerticalSolidList"/>
    <dgm:cxn modelId="{10EA074F-5DC8-4F7C-A370-386E92B39B90}" type="presParOf" srcId="{D2C6AB6E-9F6E-41A7-81F3-9F0F4952B418}" destId="{90912A1F-3664-4ACA-B840-87B6ABCF0EE5}" srcOrd="6" destOrd="0" presId="urn:microsoft.com/office/officeart/2018/2/layout/IconVerticalSolidList"/>
    <dgm:cxn modelId="{E7E9D64F-43C0-48BE-A7F5-1787A6500BCD}" type="presParOf" srcId="{90912A1F-3664-4ACA-B840-87B6ABCF0EE5}" destId="{39F3565F-2A4E-4A0F-BDD5-53EA3701D090}" srcOrd="0" destOrd="0" presId="urn:microsoft.com/office/officeart/2018/2/layout/IconVerticalSolidList"/>
    <dgm:cxn modelId="{D4489738-168D-4609-9244-7F9A77040062}" type="presParOf" srcId="{90912A1F-3664-4ACA-B840-87B6ABCF0EE5}" destId="{58E73CAD-EDE3-4EDD-AC94-98F1592711BB}" srcOrd="1" destOrd="0" presId="urn:microsoft.com/office/officeart/2018/2/layout/IconVerticalSolidList"/>
    <dgm:cxn modelId="{6625B1EA-DED8-4A2B-9F64-F82376EFE1B8}" type="presParOf" srcId="{90912A1F-3664-4ACA-B840-87B6ABCF0EE5}" destId="{D8F3AC18-A620-4B74-A100-8E7678A34FDE}" srcOrd="2" destOrd="0" presId="urn:microsoft.com/office/officeart/2018/2/layout/IconVerticalSolidList"/>
    <dgm:cxn modelId="{295002D4-99A1-4D5C-9EE6-7E2EE105197A}" type="presParOf" srcId="{90912A1F-3664-4ACA-B840-87B6ABCF0EE5}" destId="{BFE9F7BA-30BB-4A14-BDA0-E45728E869E1}" srcOrd="3" destOrd="0" presId="urn:microsoft.com/office/officeart/2018/2/layout/IconVerticalSolidList"/>
    <dgm:cxn modelId="{273CFD04-F886-4D21-A033-A2F5CDA0FC35}" type="presParOf" srcId="{D2C6AB6E-9F6E-41A7-81F3-9F0F4952B418}" destId="{B4B5D5E9-FA26-4FE6-BB5E-F7368E1D514A}" srcOrd="7" destOrd="0" presId="urn:microsoft.com/office/officeart/2018/2/layout/IconVerticalSolidList"/>
    <dgm:cxn modelId="{EC734EA8-DFCE-4E65-B6B5-26BEEB35968C}" type="presParOf" srcId="{D2C6AB6E-9F6E-41A7-81F3-9F0F4952B418}" destId="{6061FEB6-98A3-4628-9BFD-BC093009775E}" srcOrd="8" destOrd="0" presId="urn:microsoft.com/office/officeart/2018/2/layout/IconVerticalSolidList"/>
    <dgm:cxn modelId="{CDF1CFD1-5317-4549-B3CE-F59A85BCF67A}" type="presParOf" srcId="{6061FEB6-98A3-4628-9BFD-BC093009775E}" destId="{DD5D5315-1B99-4417-92AD-78509283941B}" srcOrd="0" destOrd="0" presId="urn:microsoft.com/office/officeart/2018/2/layout/IconVerticalSolidList"/>
    <dgm:cxn modelId="{CD3C0925-8BFB-479E-B754-81B940122AF4}" type="presParOf" srcId="{6061FEB6-98A3-4628-9BFD-BC093009775E}" destId="{BA5ED48D-45D2-4867-BC14-E0FC675508D0}" srcOrd="1" destOrd="0" presId="urn:microsoft.com/office/officeart/2018/2/layout/IconVerticalSolidList"/>
    <dgm:cxn modelId="{9A5F4149-9952-4B70-8C05-238DD183495D}" type="presParOf" srcId="{6061FEB6-98A3-4628-9BFD-BC093009775E}" destId="{626E2388-2528-41EE-921A-86E5EA98FC8D}" srcOrd="2" destOrd="0" presId="urn:microsoft.com/office/officeart/2018/2/layout/IconVerticalSolidList"/>
    <dgm:cxn modelId="{D74657A8-B2DB-44F6-9A62-003E070A653D}" type="presParOf" srcId="{6061FEB6-98A3-4628-9BFD-BC093009775E}" destId="{39562760-27C1-45A0-9271-21E233A262A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39FF17C-A018-41E1-B9EF-363D1A0ACFFD}" type="doc">
      <dgm:prSet loTypeId="urn:microsoft.com/office/officeart/2005/8/layout/vList2" loCatId="list" qsTypeId="urn:microsoft.com/office/officeart/2005/8/quickstyle/simple1#2" qsCatId="simple" csTypeId="urn:microsoft.com/office/officeart/2005/8/colors/colorful2#1" csCatId="colorful" phldr="1"/>
      <dgm:spPr/>
      <dgm:t>
        <a:bodyPr/>
        <a:lstStyle/>
        <a:p>
          <a:endParaRPr lang="en-US"/>
        </a:p>
      </dgm:t>
    </dgm:pt>
    <dgm:pt modelId="{F701F841-0BA0-4BD5-AF19-60F1394F8E61}">
      <dgm:prSet/>
      <dgm:spPr/>
      <dgm:t>
        <a:bodyPr/>
        <a:lstStyle/>
        <a:p>
          <a:r>
            <a:rPr lang="en-US"/>
            <a:t>What is Microsoft Foundry?</a:t>
          </a:r>
        </a:p>
      </dgm:t>
    </dgm:pt>
    <dgm:pt modelId="{7025BC04-8C78-49CC-AB7E-A9B30D14CF6A}" type="parTrans" cxnId="{38B07A42-CAD2-4261-AEAA-BCFC9E85F026}">
      <dgm:prSet/>
      <dgm:spPr/>
      <dgm:t>
        <a:bodyPr/>
        <a:lstStyle/>
        <a:p>
          <a:endParaRPr lang="en-US"/>
        </a:p>
      </dgm:t>
    </dgm:pt>
    <dgm:pt modelId="{6E715B7D-D05B-42B0-8B20-EADC91AED12D}" type="sibTrans" cxnId="{38B07A42-CAD2-4261-AEAA-BCFC9E85F026}">
      <dgm:prSet/>
      <dgm:spPr/>
      <dgm:t>
        <a:bodyPr/>
        <a:lstStyle/>
        <a:p>
          <a:endParaRPr lang="en-US"/>
        </a:p>
      </dgm:t>
    </dgm:pt>
    <dgm:pt modelId="{A59C5AD0-9C88-44DD-BC3D-FB94E2CAC0D0}">
      <dgm:prSet/>
      <dgm:spPr/>
      <dgm:t>
        <a:bodyPr/>
        <a:lstStyle/>
        <a:p>
          <a:r>
            <a:rPr lang="en-US"/>
            <a:t>Overview of Foundry Agent Services</a:t>
          </a:r>
        </a:p>
      </dgm:t>
    </dgm:pt>
    <dgm:pt modelId="{6EA66096-F55C-4E5C-9C5D-5275B5B65482}" type="parTrans" cxnId="{C4905757-834A-4146-8F51-A9123AEAB325}">
      <dgm:prSet/>
      <dgm:spPr/>
      <dgm:t>
        <a:bodyPr/>
        <a:lstStyle/>
        <a:p>
          <a:endParaRPr lang="en-US"/>
        </a:p>
      </dgm:t>
    </dgm:pt>
    <dgm:pt modelId="{C39FA788-50F1-4BEC-BFD8-B10E642C3314}" type="sibTrans" cxnId="{C4905757-834A-4146-8F51-A9123AEAB325}">
      <dgm:prSet/>
      <dgm:spPr/>
      <dgm:t>
        <a:bodyPr/>
        <a:lstStyle/>
        <a:p>
          <a:endParaRPr lang="en-US"/>
        </a:p>
      </dgm:t>
    </dgm:pt>
    <dgm:pt modelId="{BE1B7385-EC83-473D-A113-69792E2047B2}">
      <dgm:prSet/>
      <dgm:spPr/>
      <dgm:t>
        <a:bodyPr/>
        <a:lstStyle/>
        <a:p>
          <a:r>
            <a:rPr lang="en-US"/>
            <a:t>Hosted Agents in Foundry</a:t>
          </a:r>
        </a:p>
      </dgm:t>
    </dgm:pt>
    <dgm:pt modelId="{637AA1FB-0BDF-4CF6-9B9A-6684D34DC3DE}" type="parTrans" cxnId="{314E7A5A-73DE-4850-A924-D247A8BF0AC9}">
      <dgm:prSet/>
      <dgm:spPr/>
      <dgm:t>
        <a:bodyPr/>
        <a:lstStyle/>
        <a:p>
          <a:endParaRPr lang="en-US"/>
        </a:p>
      </dgm:t>
    </dgm:pt>
    <dgm:pt modelId="{976BB2A8-3766-4648-B47D-8E8F59B3ED23}" type="sibTrans" cxnId="{314E7A5A-73DE-4850-A924-D247A8BF0AC9}">
      <dgm:prSet/>
      <dgm:spPr/>
      <dgm:t>
        <a:bodyPr/>
        <a:lstStyle/>
        <a:p>
          <a:endParaRPr lang="en-US"/>
        </a:p>
      </dgm:t>
    </dgm:pt>
    <dgm:pt modelId="{CE8D9303-FA0D-422E-9AF6-B14901854DE3}">
      <dgm:prSet/>
      <dgm:spPr/>
      <dgm:t>
        <a:bodyPr/>
        <a:lstStyle/>
        <a:p>
          <a:r>
            <a:rPr lang="en-US"/>
            <a:t>Agent Tools</a:t>
          </a:r>
        </a:p>
      </dgm:t>
    </dgm:pt>
    <dgm:pt modelId="{02B1462B-FB4C-4F75-B460-7B699C737773}" type="parTrans" cxnId="{8C239CD1-082F-4000-BBEE-84192A93B45A}">
      <dgm:prSet/>
      <dgm:spPr/>
      <dgm:t>
        <a:bodyPr/>
        <a:lstStyle/>
        <a:p>
          <a:endParaRPr lang="en-US"/>
        </a:p>
      </dgm:t>
    </dgm:pt>
    <dgm:pt modelId="{5CA38AC3-235F-46BC-9F4C-B44F63E27EEF}" type="sibTrans" cxnId="{8C239CD1-082F-4000-BBEE-84192A93B45A}">
      <dgm:prSet/>
      <dgm:spPr/>
      <dgm:t>
        <a:bodyPr/>
        <a:lstStyle/>
        <a:p>
          <a:endParaRPr lang="en-US"/>
        </a:p>
      </dgm:t>
    </dgm:pt>
    <dgm:pt modelId="{540BC9A5-D074-4973-A09B-B29B07D73EB7}">
      <dgm:prSet/>
      <dgm:spPr/>
      <dgm:t>
        <a:bodyPr/>
        <a:lstStyle/>
        <a:p>
          <a:r>
            <a:rPr lang="en-US"/>
            <a:t>Toolboxes in Foundry</a:t>
          </a:r>
        </a:p>
      </dgm:t>
    </dgm:pt>
    <dgm:pt modelId="{7027F5C4-025E-4938-A91A-B6E2BC41B6E4}" type="parTrans" cxnId="{4C9E05F3-D34B-4681-8892-691EC5EFB8B7}">
      <dgm:prSet/>
      <dgm:spPr/>
      <dgm:t>
        <a:bodyPr/>
        <a:lstStyle/>
        <a:p>
          <a:endParaRPr lang="en-US"/>
        </a:p>
      </dgm:t>
    </dgm:pt>
    <dgm:pt modelId="{B8417A98-1FFF-4EE9-AC1B-EFB4080C9FF6}" type="sibTrans" cxnId="{4C9E05F3-D34B-4681-8892-691EC5EFB8B7}">
      <dgm:prSet/>
      <dgm:spPr/>
      <dgm:t>
        <a:bodyPr/>
        <a:lstStyle/>
        <a:p>
          <a:endParaRPr lang="en-US"/>
        </a:p>
      </dgm:t>
    </dgm:pt>
    <dgm:pt modelId="{310285F8-5A48-4DAE-8334-13403FA77B32}">
      <dgm:prSet/>
      <dgm:spPr/>
      <dgm:t>
        <a:bodyPr/>
        <a:lstStyle/>
        <a:p>
          <a:r>
            <a:rPr lang="en-US" dirty="0"/>
            <a:t>Manage agents at scale</a:t>
          </a:r>
        </a:p>
      </dgm:t>
    </dgm:pt>
    <dgm:pt modelId="{0614F962-D177-4D26-99C0-60CB6ED3D6EA}" type="parTrans" cxnId="{CDE42D0F-17B7-4493-A434-906E1F4654E2}">
      <dgm:prSet/>
      <dgm:spPr/>
      <dgm:t>
        <a:bodyPr/>
        <a:lstStyle/>
        <a:p>
          <a:endParaRPr lang="en-US"/>
        </a:p>
      </dgm:t>
    </dgm:pt>
    <dgm:pt modelId="{C1C66E52-C2FD-4A46-8711-40F304069CE9}" type="sibTrans" cxnId="{CDE42D0F-17B7-4493-A434-906E1F4654E2}">
      <dgm:prSet/>
      <dgm:spPr/>
      <dgm:t>
        <a:bodyPr/>
        <a:lstStyle/>
        <a:p>
          <a:endParaRPr lang="en-US"/>
        </a:p>
      </dgm:t>
    </dgm:pt>
    <dgm:pt modelId="{775CD677-2B7C-47D5-A8BF-13CBAB41299A}">
      <dgm:prSet/>
      <dgm:spPr/>
      <dgm:t>
        <a:bodyPr/>
        <a:lstStyle/>
        <a:p>
          <a:r>
            <a:rPr lang="en-US"/>
            <a:t>Q&amp;A</a:t>
          </a:r>
        </a:p>
      </dgm:t>
    </dgm:pt>
    <dgm:pt modelId="{E3F6BB81-F348-4E8A-8441-737DEB99F10B}" type="parTrans" cxnId="{E8455C5C-D48A-4CA4-895C-E5DDB584F0C1}">
      <dgm:prSet/>
      <dgm:spPr/>
      <dgm:t>
        <a:bodyPr/>
        <a:lstStyle/>
        <a:p>
          <a:endParaRPr lang="en-US"/>
        </a:p>
      </dgm:t>
    </dgm:pt>
    <dgm:pt modelId="{5C865F0E-7A56-403F-997C-AF898965A56E}" type="sibTrans" cxnId="{E8455C5C-D48A-4CA4-895C-E5DDB584F0C1}">
      <dgm:prSet/>
      <dgm:spPr/>
      <dgm:t>
        <a:bodyPr/>
        <a:lstStyle/>
        <a:p>
          <a:endParaRPr lang="en-US"/>
        </a:p>
      </dgm:t>
    </dgm:pt>
    <dgm:pt modelId="{BD5DCEBF-87FE-4FBA-8B89-22C65F964511}" type="pres">
      <dgm:prSet presAssocID="{339FF17C-A018-41E1-B9EF-363D1A0ACFFD}" presName="linear" presStyleCnt="0">
        <dgm:presLayoutVars>
          <dgm:animLvl val="lvl"/>
          <dgm:resizeHandles val="exact"/>
        </dgm:presLayoutVars>
      </dgm:prSet>
      <dgm:spPr/>
    </dgm:pt>
    <dgm:pt modelId="{BEC9A5F5-B13F-4BED-A7D9-852EADF7C5DD}" type="pres">
      <dgm:prSet presAssocID="{F701F841-0BA0-4BD5-AF19-60F1394F8E61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8FC74687-FABA-482E-8E59-7FA799AE92BC}" type="pres">
      <dgm:prSet presAssocID="{6E715B7D-D05B-42B0-8B20-EADC91AED12D}" presName="spacer" presStyleCnt="0"/>
      <dgm:spPr/>
    </dgm:pt>
    <dgm:pt modelId="{B45DEF0B-3CF8-42E8-A931-C01B37FC8C36}" type="pres">
      <dgm:prSet presAssocID="{A59C5AD0-9C88-44DD-BC3D-FB94E2CAC0D0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ECDDA458-1974-4E95-A5BA-79B62EF8BC8E}" type="pres">
      <dgm:prSet presAssocID="{C39FA788-50F1-4BEC-BFD8-B10E642C3314}" presName="spacer" presStyleCnt="0"/>
      <dgm:spPr/>
    </dgm:pt>
    <dgm:pt modelId="{7EF7C10E-BAD3-4FD9-8662-434C5AF6F380}" type="pres">
      <dgm:prSet presAssocID="{BE1B7385-EC83-473D-A113-69792E2047B2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26D519FB-A58E-4312-88C7-DCA1DB169C46}" type="pres">
      <dgm:prSet presAssocID="{976BB2A8-3766-4648-B47D-8E8F59B3ED23}" presName="spacer" presStyleCnt="0"/>
      <dgm:spPr/>
    </dgm:pt>
    <dgm:pt modelId="{72C3122B-7C56-4A1E-909E-E32CC1D99B64}" type="pres">
      <dgm:prSet presAssocID="{CE8D9303-FA0D-422E-9AF6-B14901854DE3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E5C288F5-6F24-4029-A890-F877863EF921}" type="pres">
      <dgm:prSet presAssocID="{5CA38AC3-235F-46BC-9F4C-B44F63E27EEF}" presName="spacer" presStyleCnt="0"/>
      <dgm:spPr/>
    </dgm:pt>
    <dgm:pt modelId="{21AECCE0-0207-48A5-98B8-58332406B21B}" type="pres">
      <dgm:prSet presAssocID="{540BC9A5-D074-4973-A09B-B29B07D73EB7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FF43B3D9-6BE2-431D-BD44-4D62AF95FFAF}" type="pres">
      <dgm:prSet presAssocID="{B8417A98-1FFF-4EE9-AC1B-EFB4080C9FF6}" presName="spacer" presStyleCnt="0"/>
      <dgm:spPr/>
    </dgm:pt>
    <dgm:pt modelId="{C415B147-C60A-4B2B-81BF-64DE811B6AC8}" type="pres">
      <dgm:prSet presAssocID="{310285F8-5A48-4DAE-8334-13403FA77B32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4E8C1E72-4CD7-4DBD-9F12-DC84BECA1EE5}" type="pres">
      <dgm:prSet presAssocID="{C1C66E52-C2FD-4A46-8711-40F304069CE9}" presName="spacer" presStyleCnt="0"/>
      <dgm:spPr/>
    </dgm:pt>
    <dgm:pt modelId="{A58AD38B-8646-4561-AB6D-8A6452192E27}" type="pres">
      <dgm:prSet presAssocID="{775CD677-2B7C-47D5-A8BF-13CBAB41299A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CDE42D0F-17B7-4493-A434-906E1F4654E2}" srcId="{339FF17C-A018-41E1-B9EF-363D1A0ACFFD}" destId="{310285F8-5A48-4DAE-8334-13403FA77B32}" srcOrd="5" destOrd="0" parTransId="{0614F962-D177-4D26-99C0-60CB6ED3D6EA}" sibTransId="{C1C66E52-C2FD-4A46-8711-40F304069CE9}"/>
    <dgm:cxn modelId="{4260AA28-A06B-4EFC-A45D-147A506327EE}" type="presOf" srcId="{F701F841-0BA0-4BD5-AF19-60F1394F8E61}" destId="{BEC9A5F5-B13F-4BED-A7D9-852EADF7C5DD}" srcOrd="0" destOrd="0" presId="urn:microsoft.com/office/officeart/2005/8/layout/vList2"/>
    <dgm:cxn modelId="{38B07A42-CAD2-4261-AEAA-BCFC9E85F026}" srcId="{339FF17C-A018-41E1-B9EF-363D1A0ACFFD}" destId="{F701F841-0BA0-4BD5-AF19-60F1394F8E61}" srcOrd="0" destOrd="0" parTransId="{7025BC04-8C78-49CC-AB7E-A9B30D14CF6A}" sibTransId="{6E715B7D-D05B-42B0-8B20-EADC91AED12D}"/>
    <dgm:cxn modelId="{C4905757-834A-4146-8F51-A9123AEAB325}" srcId="{339FF17C-A018-41E1-B9EF-363D1A0ACFFD}" destId="{A59C5AD0-9C88-44DD-BC3D-FB94E2CAC0D0}" srcOrd="1" destOrd="0" parTransId="{6EA66096-F55C-4E5C-9C5D-5275B5B65482}" sibTransId="{C39FA788-50F1-4BEC-BFD8-B10E642C3314}"/>
    <dgm:cxn modelId="{314E7A5A-73DE-4850-A924-D247A8BF0AC9}" srcId="{339FF17C-A018-41E1-B9EF-363D1A0ACFFD}" destId="{BE1B7385-EC83-473D-A113-69792E2047B2}" srcOrd="2" destOrd="0" parTransId="{637AA1FB-0BDF-4CF6-9B9A-6684D34DC3DE}" sibTransId="{976BB2A8-3766-4648-B47D-8E8F59B3ED23}"/>
    <dgm:cxn modelId="{E8455C5C-D48A-4CA4-895C-E5DDB584F0C1}" srcId="{339FF17C-A018-41E1-B9EF-363D1A0ACFFD}" destId="{775CD677-2B7C-47D5-A8BF-13CBAB41299A}" srcOrd="6" destOrd="0" parTransId="{E3F6BB81-F348-4E8A-8441-737DEB99F10B}" sibTransId="{5C865F0E-7A56-403F-997C-AF898965A56E}"/>
    <dgm:cxn modelId="{5E132D76-AE24-4498-8323-61E7A02ABD72}" type="presOf" srcId="{BE1B7385-EC83-473D-A113-69792E2047B2}" destId="{7EF7C10E-BAD3-4FD9-8662-434C5AF6F380}" srcOrd="0" destOrd="0" presId="urn:microsoft.com/office/officeart/2005/8/layout/vList2"/>
    <dgm:cxn modelId="{2CA4DC7D-A415-4E29-9B60-98F7F0B8503F}" type="presOf" srcId="{CE8D9303-FA0D-422E-9AF6-B14901854DE3}" destId="{72C3122B-7C56-4A1E-909E-E32CC1D99B64}" srcOrd="0" destOrd="0" presId="urn:microsoft.com/office/officeart/2005/8/layout/vList2"/>
    <dgm:cxn modelId="{23A7BD9C-1D36-4DEB-A600-4354AC1A8382}" type="presOf" srcId="{775CD677-2B7C-47D5-A8BF-13CBAB41299A}" destId="{A58AD38B-8646-4561-AB6D-8A6452192E27}" srcOrd="0" destOrd="0" presId="urn:microsoft.com/office/officeart/2005/8/layout/vList2"/>
    <dgm:cxn modelId="{100CD0A6-0674-40AC-B8F9-6B4E5CB1B57C}" type="presOf" srcId="{310285F8-5A48-4DAE-8334-13403FA77B32}" destId="{C415B147-C60A-4B2B-81BF-64DE811B6AC8}" srcOrd="0" destOrd="0" presId="urn:microsoft.com/office/officeart/2005/8/layout/vList2"/>
    <dgm:cxn modelId="{EEC822C1-88B2-4ABA-99B8-885A9F3C01F9}" type="presOf" srcId="{540BC9A5-D074-4973-A09B-B29B07D73EB7}" destId="{21AECCE0-0207-48A5-98B8-58332406B21B}" srcOrd="0" destOrd="0" presId="urn:microsoft.com/office/officeart/2005/8/layout/vList2"/>
    <dgm:cxn modelId="{8C239CD1-082F-4000-BBEE-84192A93B45A}" srcId="{339FF17C-A018-41E1-B9EF-363D1A0ACFFD}" destId="{CE8D9303-FA0D-422E-9AF6-B14901854DE3}" srcOrd="3" destOrd="0" parTransId="{02B1462B-FB4C-4F75-B460-7B699C737773}" sibTransId="{5CA38AC3-235F-46BC-9F4C-B44F63E27EEF}"/>
    <dgm:cxn modelId="{63599CD6-54EE-4E9E-9B55-A6C85FDEE81C}" type="presOf" srcId="{A59C5AD0-9C88-44DD-BC3D-FB94E2CAC0D0}" destId="{B45DEF0B-3CF8-42E8-A931-C01B37FC8C36}" srcOrd="0" destOrd="0" presId="urn:microsoft.com/office/officeart/2005/8/layout/vList2"/>
    <dgm:cxn modelId="{48DDDFE2-A485-4B1A-83CD-C6BF24F73260}" type="presOf" srcId="{339FF17C-A018-41E1-B9EF-363D1A0ACFFD}" destId="{BD5DCEBF-87FE-4FBA-8B89-22C65F964511}" srcOrd="0" destOrd="0" presId="urn:microsoft.com/office/officeart/2005/8/layout/vList2"/>
    <dgm:cxn modelId="{4C9E05F3-D34B-4681-8892-691EC5EFB8B7}" srcId="{339FF17C-A018-41E1-B9EF-363D1A0ACFFD}" destId="{540BC9A5-D074-4973-A09B-B29B07D73EB7}" srcOrd="4" destOrd="0" parTransId="{7027F5C4-025E-4938-A91A-B6E2BC41B6E4}" sibTransId="{B8417A98-1FFF-4EE9-AC1B-EFB4080C9FF6}"/>
    <dgm:cxn modelId="{E2452E2D-90C9-427C-B132-873E04D169D8}" type="presParOf" srcId="{BD5DCEBF-87FE-4FBA-8B89-22C65F964511}" destId="{BEC9A5F5-B13F-4BED-A7D9-852EADF7C5DD}" srcOrd="0" destOrd="0" presId="urn:microsoft.com/office/officeart/2005/8/layout/vList2"/>
    <dgm:cxn modelId="{3142F35E-EF9C-4C5A-BB6A-14A0840220DA}" type="presParOf" srcId="{BD5DCEBF-87FE-4FBA-8B89-22C65F964511}" destId="{8FC74687-FABA-482E-8E59-7FA799AE92BC}" srcOrd="1" destOrd="0" presId="urn:microsoft.com/office/officeart/2005/8/layout/vList2"/>
    <dgm:cxn modelId="{A3A7799A-7ED0-43C0-BAEA-188D6D5B9403}" type="presParOf" srcId="{BD5DCEBF-87FE-4FBA-8B89-22C65F964511}" destId="{B45DEF0B-3CF8-42E8-A931-C01B37FC8C36}" srcOrd="2" destOrd="0" presId="urn:microsoft.com/office/officeart/2005/8/layout/vList2"/>
    <dgm:cxn modelId="{FB7DF4A0-4257-4CA1-9877-FE114FBD8527}" type="presParOf" srcId="{BD5DCEBF-87FE-4FBA-8B89-22C65F964511}" destId="{ECDDA458-1974-4E95-A5BA-79B62EF8BC8E}" srcOrd="3" destOrd="0" presId="urn:microsoft.com/office/officeart/2005/8/layout/vList2"/>
    <dgm:cxn modelId="{9ACD8BF7-2583-4EF2-8B58-4394E1C20472}" type="presParOf" srcId="{BD5DCEBF-87FE-4FBA-8B89-22C65F964511}" destId="{7EF7C10E-BAD3-4FD9-8662-434C5AF6F380}" srcOrd="4" destOrd="0" presId="urn:microsoft.com/office/officeart/2005/8/layout/vList2"/>
    <dgm:cxn modelId="{3211BDCF-CAF2-44BA-B5D3-644AEBE0652C}" type="presParOf" srcId="{BD5DCEBF-87FE-4FBA-8B89-22C65F964511}" destId="{26D519FB-A58E-4312-88C7-DCA1DB169C46}" srcOrd="5" destOrd="0" presId="urn:microsoft.com/office/officeart/2005/8/layout/vList2"/>
    <dgm:cxn modelId="{B4216D25-0135-4247-A2D1-D8916A916F89}" type="presParOf" srcId="{BD5DCEBF-87FE-4FBA-8B89-22C65F964511}" destId="{72C3122B-7C56-4A1E-909E-E32CC1D99B64}" srcOrd="6" destOrd="0" presId="urn:microsoft.com/office/officeart/2005/8/layout/vList2"/>
    <dgm:cxn modelId="{DD3A5A0B-8DDC-47A4-BCAA-37551FAE9F58}" type="presParOf" srcId="{BD5DCEBF-87FE-4FBA-8B89-22C65F964511}" destId="{E5C288F5-6F24-4029-A890-F877863EF921}" srcOrd="7" destOrd="0" presId="urn:microsoft.com/office/officeart/2005/8/layout/vList2"/>
    <dgm:cxn modelId="{64A85C82-595F-4506-B7CF-0E4C2BB377CE}" type="presParOf" srcId="{BD5DCEBF-87FE-4FBA-8B89-22C65F964511}" destId="{21AECCE0-0207-48A5-98B8-58332406B21B}" srcOrd="8" destOrd="0" presId="urn:microsoft.com/office/officeart/2005/8/layout/vList2"/>
    <dgm:cxn modelId="{E90253B8-EF50-464C-BC5A-F3A44F343255}" type="presParOf" srcId="{BD5DCEBF-87FE-4FBA-8B89-22C65F964511}" destId="{FF43B3D9-6BE2-431D-BD44-4D62AF95FFAF}" srcOrd="9" destOrd="0" presId="urn:microsoft.com/office/officeart/2005/8/layout/vList2"/>
    <dgm:cxn modelId="{8CB04338-E116-41C6-BDDA-EDF620A798A4}" type="presParOf" srcId="{BD5DCEBF-87FE-4FBA-8B89-22C65F964511}" destId="{C415B147-C60A-4B2B-81BF-64DE811B6AC8}" srcOrd="10" destOrd="0" presId="urn:microsoft.com/office/officeart/2005/8/layout/vList2"/>
    <dgm:cxn modelId="{E420D298-CF47-4E53-A293-F849BBB65A3E}" type="presParOf" srcId="{BD5DCEBF-87FE-4FBA-8B89-22C65F964511}" destId="{4E8C1E72-4CD7-4DBD-9F12-DC84BECA1EE5}" srcOrd="11" destOrd="0" presId="urn:microsoft.com/office/officeart/2005/8/layout/vList2"/>
    <dgm:cxn modelId="{A09BBEA8-AC43-4E1D-999B-586F374BE3C2}" type="presParOf" srcId="{BD5DCEBF-87FE-4FBA-8B89-22C65F964511}" destId="{A58AD38B-8646-4561-AB6D-8A6452192E27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F063568-DFDA-4909-8D02-462B3BE3C110}" type="doc">
      <dgm:prSet loTypeId="urn:microsoft.com/office/officeart/2018/2/layout/IconVerticalSolidList" loCatId="icon" qsTypeId="urn:microsoft.com/office/officeart/2005/8/quickstyle/simple1#3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05DA4F3-6B32-4DAA-9BBD-C7620DFB4A6C}">
      <dgm:prSet/>
      <dgm:spPr/>
      <dgm:t>
        <a:bodyPr/>
        <a:lstStyle/>
        <a:p>
          <a:r>
            <a:rPr lang="en-US"/>
            <a:t>AI services</a:t>
          </a:r>
        </a:p>
      </dgm:t>
    </dgm:pt>
    <dgm:pt modelId="{6255695D-CD0E-4DB1-A5D1-794B0C48BCA9}" type="parTrans" cxnId="{47E47239-E607-47B6-80E6-2415F59C6114}">
      <dgm:prSet/>
      <dgm:spPr/>
      <dgm:t>
        <a:bodyPr/>
        <a:lstStyle/>
        <a:p>
          <a:endParaRPr lang="en-US"/>
        </a:p>
      </dgm:t>
    </dgm:pt>
    <dgm:pt modelId="{813B61C1-9593-4D8B-8E6D-B1F209ABB47C}" type="sibTrans" cxnId="{47E47239-E607-47B6-80E6-2415F59C6114}">
      <dgm:prSet/>
      <dgm:spPr/>
      <dgm:t>
        <a:bodyPr/>
        <a:lstStyle/>
        <a:p>
          <a:endParaRPr lang="en-US"/>
        </a:p>
      </dgm:t>
    </dgm:pt>
    <dgm:pt modelId="{CA8CB601-A13E-4E10-AFC9-848562BC2927}">
      <dgm:prSet/>
      <dgm:spPr/>
      <dgm:t>
        <a:bodyPr/>
        <a:lstStyle/>
        <a:p>
          <a:r>
            <a:rPr lang="en-US"/>
            <a:t>Agents/models/tools</a:t>
          </a:r>
        </a:p>
      </dgm:t>
    </dgm:pt>
    <dgm:pt modelId="{47F386CB-28D3-48F0-974F-EA93EDD1BC88}" type="parTrans" cxnId="{DE929AD1-212E-4CA5-91BE-F1A6A762DB2B}">
      <dgm:prSet/>
      <dgm:spPr/>
      <dgm:t>
        <a:bodyPr/>
        <a:lstStyle/>
        <a:p>
          <a:endParaRPr lang="en-US"/>
        </a:p>
      </dgm:t>
    </dgm:pt>
    <dgm:pt modelId="{C0D5FFB6-5DB5-49CC-88EB-87EF5BE45531}" type="sibTrans" cxnId="{DE929AD1-212E-4CA5-91BE-F1A6A762DB2B}">
      <dgm:prSet/>
      <dgm:spPr/>
      <dgm:t>
        <a:bodyPr/>
        <a:lstStyle/>
        <a:p>
          <a:endParaRPr lang="en-US"/>
        </a:p>
      </dgm:t>
    </dgm:pt>
    <dgm:pt modelId="{1ADBC8DE-D06A-4298-A433-B71226D56D8B}">
      <dgm:prSet/>
      <dgm:spPr/>
      <dgm:t>
        <a:bodyPr/>
        <a:lstStyle/>
        <a:p>
          <a:r>
            <a:rPr lang="en-US"/>
            <a:t>Enterprise capabilities and configurations</a:t>
          </a:r>
        </a:p>
      </dgm:t>
    </dgm:pt>
    <dgm:pt modelId="{7708BAD8-4E63-4D07-932E-C2F546CCDA33}" type="parTrans" cxnId="{A1155ED4-7AFE-4B0A-9DEE-E822A5A0F4FE}">
      <dgm:prSet/>
      <dgm:spPr/>
      <dgm:t>
        <a:bodyPr/>
        <a:lstStyle/>
        <a:p>
          <a:endParaRPr lang="en-US"/>
        </a:p>
      </dgm:t>
    </dgm:pt>
    <dgm:pt modelId="{94B8BA44-6090-4A6E-BD91-D9168F8D0C22}" type="sibTrans" cxnId="{A1155ED4-7AFE-4B0A-9DEE-E822A5A0F4FE}">
      <dgm:prSet/>
      <dgm:spPr/>
      <dgm:t>
        <a:bodyPr/>
        <a:lstStyle/>
        <a:p>
          <a:endParaRPr lang="en-US"/>
        </a:p>
      </dgm:t>
    </dgm:pt>
    <dgm:pt modelId="{0B95A406-DAC0-4C70-97B7-8EE3D6D88979}">
      <dgm:prSet/>
      <dgm:spPr/>
      <dgm:t>
        <a:bodyPr/>
        <a:lstStyle/>
        <a:p>
          <a:r>
            <a:rPr lang="en-US"/>
            <a:t>Unified role-based access control (RBAC) and policies</a:t>
          </a:r>
        </a:p>
      </dgm:t>
    </dgm:pt>
    <dgm:pt modelId="{F4AB0185-4712-4702-8424-3EBE5190363F}" type="parTrans" cxnId="{43DE724F-9903-4459-86CB-8C23BE15B1D4}">
      <dgm:prSet/>
      <dgm:spPr/>
      <dgm:t>
        <a:bodyPr/>
        <a:lstStyle/>
        <a:p>
          <a:endParaRPr lang="en-US"/>
        </a:p>
      </dgm:t>
    </dgm:pt>
    <dgm:pt modelId="{6CEB5251-78C7-4035-AC58-7064B4A16188}" type="sibTrans" cxnId="{43DE724F-9903-4459-86CB-8C23BE15B1D4}">
      <dgm:prSet/>
      <dgm:spPr/>
      <dgm:t>
        <a:bodyPr/>
        <a:lstStyle/>
        <a:p>
          <a:endParaRPr lang="en-US"/>
        </a:p>
      </dgm:t>
    </dgm:pt>
    <dgm:pt modelId="{F5CF3B22-B465-43BC-8B17-6006D69A640D}">
      <dgm:prSet/>
      <dgm:spPr/>
      <dgm:t>
        <a:bodyPr/>
        <a:lstStyle/>
        <a:p>
          <a:r>
            <a:rPr lang="en-US"/>
            <a:t>Networking services</a:t>
          </a:r>
        </a:p>
      </dgm:t>
    </dgm:pt>
    <dgm:pt modelId="{1626D23C-28CF-4B2A-BE25-524BC9F5410E}" type="parTrans" cxnId="{A7D361F2-5AF7-4680-A1FE-CFF35A97F45A}">
      <dgm:prSet/>
      <dgm:spPr/>
      <dgm:t>
        <a:bodyPr/>
        <a:lstStyle/>
        <a:p>
          <a:endParaRPr lang="en-US"/>
        </a:p>
      </dgm:t>
    </dgm:pt>
    <dgm:pt modelId="{6AFAAF35-E334-4DE5-8685-12DCBE210AE3}" type="sibTrans" cxnId="{A7D361F2-5AF7-4680-A1FE-CFF35A97F45A}">
      <dgm:prSet/>
      <dgm:spPr/>
      <dgm:t>
        <a:bodyPr/>
        <a:lstStyle/>
        <a:p>
          <a:endParaRPr lang="en-US"/>
        </a:p>
      </dgm:t>
    </dgm:pt>
    <dgm:pt modelId="{48A41FBC-C01C-4C67-BA99-4ACE9A9EFAC2}" type="pres">
      <dgm:prSet presAssocID="{DF063568-DFDA-4909-8D02-462B3BE3C110}" presName="root" presStyleCnt="0">
        <dgm:presLayoutVars>
          <dgm:dir/>
          <dgm:resizeHandles val="exact"/>
        </dgm:presLayoutVars>
      </dgm:prSet>
      <dgm:spPr/>
    </dgm:pt>
    <dgm:pt modelId="{3785EF6F-085A-4479-812C-71EECD24D825}" type="pres">
      <dgm:prSet presAssocID="{905DA4F3-6B32-4DAA-9BBD-C7620DFB4A6C}" presName="compNode" presStyleCnt="0"/>
      <dgm:spPr/>
    </dgm:pt>
    <dgm:pt modelId="{2B0AF0A4-8E92-4F92-8661-1029A072C8BA}" type="pres">
      <dgm:prSet presAssocID="{905DA4F3-6B32-4DAA-9BBD-C7620DFB4A6C}" presName="bgRect" presStyleLbl="bgShp" presStyleIdx="0" presStyleCnt="4"/>
      <dgm:spPr/>
    </dgm:pt>
    <dgm:pt modelId="{4B7285E3-E63E-4AF7-90A9-31BB2A5C76D2}" type="pres">
      <dgm:prSet presAssocID="{905DA4F3-6B32-4DAA-9BBD-C7620DFB4A6C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08B7AB27-81F1-4B5F-8D80-B3DD9E8E3B55}" type="pres">
      <dgm:prSet presAssocID="{905DA4F3-6B32-4DAA-9BBD-C7620DFB4A6C}" presName="spaceRect" presStyleCnt="0"/>
      <dgm:spPr/>
    </dgm:pt>
    <dgm:pt modelId="{23F70C6B-5570-471C-8729-88FCC5D351DC}" type="pres">
      <dgm:prSet presAssocID="{905DA4F3-6B32-4DAA-9BBD-C7620DFB4A6C}" presName="parTx" presStyleLbl="revTx" presStyleIdx="0" presStyleCnt="5">
        <dgm:presLayoutVars>
          <dgm:chMax val="0"/>
          <dgm:chPref val="0"/>
        </dgm:presLayoutVars>
      </dgm:prSet>
      <dgm:spPr/>
    </dgm:pt>
    <dgm:pt modelId="{D186FA62-E4D1-4426-A529-703AB11D2CB2}" type="pres">
      <dgm:prSet presAssocID="{905DA4F3-6B32-4DAA-9BBD-C7620DFB4A6C}" presName="desTx" presStyleLbl="revTx" presStyleIdx="1" presStyleCnt="5">
        <dgm:presLayoutVars/>
      </dgm:prSet>
      <dgm:spPr/>
    </dgm:pt>
    <dgm:pt modelId="{4E26A77C-1907-4B10-B859-DA6E9D76FBFE}" type="pres">
      <dgm:prSet presAssocID="{813B61C1-9593-4D8B-8E6D-B1F209ABB47C}" presName="sibTrans" presStyleCnt="0"/>
      <dgm:spPr/>
    </dgm:pt>
    <dgm:pt modelId="{333170B2-02DF-4D52-A6D9-AADEDCBE421A}" type="pres">
      <dgm:prSet presAssocID="{1ADBC8DE-D06A-4298-A433-B71226D56D8B}" presName="compNode" presStyleCnt="0"/>
      <dgm:spPr/>
    </dgm:pt>
    <dgm:pt modelId="{15EF48D4-76C0-4E20-9242-D26C80D4F79C}" type="pres">
      <dgm:prSet presAssocID="{1ADBC8DE-D06A-4298-A433-B71226D56D8B}" presName="bgRect" presStyleLbl="bgShp" presStyleIdx="1" presStyleCnt="4"/>
      <dgm:spPr/>
    </dgm:pt>
    <dgm:pt modelId="{7E87405C-7872-48BD-8F77-EED04C661B99}" type="pres">
      <dgm:prSet presAssocID="{1ADBC8DE-D06A-4298-A433-B71226D56D8B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7FB133DE-16BF-4258-86B1-A871A7C353D7}" type="pres">
      <dgm:prSet presAssocID="{1ADBC8DE-D06A-4298-A433-B71226D56D8B}" presName="spaceRect" presStyleCnt="0"/>
      <dgm:spPr/>
    </dgm:pt>
    <dgm:pt modelId="{0241D0F5-FA94-429E-BD24-3D15F560FFF1}" type="pres">
      <dgm:prSet presAssocID="{1ADBC8DE-D06A-4298-A433-B71226D56D8B}" presName="parTx" presStyleLbl="revTx" presStyleIdx="2" presStyleCnt="5">
        <dgm:presLayoutVars>
          <dgm:chMax val="0"/>
          <dgm:chPref val="0"/>
        </dgm:presLayoutVars>
      </dgm:prSet>
      <dgm:spPr/>
    </dgm:pt>
    <dgm:pt modelId="{03351F86-6132-4527-81A4-2D9B87F19BB2}" type="pres">
      <dgm:prSet presAssocID="{94B8BA44-6090-4A6E-BD91-D9168F8D0C22}" presName="sibTrans" presStyleCnt="0"/>
      <dgm:spPr/>
    </dgm:pt>
    <dgm:pt modelId="{7D2E916C-3214-4EE2-9376-2D9F3C4E5964}" type="pres">
      <dgm:prSet presAssocID="{0B95A406-DAC0-4C70-97B7-8EE3D6D88979}" presName="compNode" presStyleCnt="0"/>
      <dgm:spPr/>
    </dgm:pt>
    <dgm:pt modelId="{D6F9D35D-3625-426D-8095-966302D0A0E4}" type="pres">
      <dgm:prSet presAssocID="{0B95A406-DAC0-4C70-97B7-8EE3D6D88979}" presName="bgRect" presStyleLbl="bgShp" presStyleIdx="2" presStyleCnt="4"/>
      <dgm:spPr/>
    </dgm:pt>
    <dgm:pt modelId="{4F6285A3-E5A1-42C7-A82A-976DFAF05AFB}" type="pres">
      <dgm:prSet presAssocID="{0B95A406-DAC0-4C70-97B7-8EE3D6D88979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5E5F5C4F-E633-4D2A-A273-F3AD78EA5256}" type="pres">
      <dgm:prSet presAssocID="{0B95A406-DAC0-4C70-97B7-8EE3D6D88979}" presName="spaceRect" presStyleCnt="0"/>
      <dgm:spPr/>
    </dgm:pt>
    <dgm:pt modelId="{76591A4E-4D9F-457E-8741-516DBD4455AF}" type="pres">
      <dgm:prSet presAssocID="{0B95A406-DAC0-4C70-97B7-8EE3D6D88979}" presName="parTx" presStyleLbl="revTx" presStyleIdx="3" presStyleCnt="5">
        <dgm:presLayoutVars>
          <dgm:chMax val="0"/>
          <dgm:chPref val="0"/>
        </dgm:presLayoutVars>
      </dgm:prSet>
      <dgm:spPr/>
    </dgm:pt>
    <dgm:pt modelId="{0389F127-1D81-47EE-87B8-9908E7AD5DC0}" type="pres">
      <dgm:prSet presAssocID="{6CEB5251-78C7-4035-AC58-7064B4A16188}" presName="sibTrans" presStyleCnt="0"/>
      <dgm:spPr/>
    </dgm:pt>
    <dgm:pt modelId="{7F8A337B-E15D-4E67-B7B8-CCE8677C2DFE}" type="pres">
      <dgm:prSet presAssocID="{F5CF3B22-B465-43BC-8B17-6006D69A640D}" presName="compNode" presStyleCnt="0"/>
      <dgm:spPr/>
    </dgm:pt>
    <dgm:pt modelId="{C4941236-CF5A-4A48-AC11-08346A85B0C7}" type="pres">
      <dgm:prSet presAssocID="{F5CF3B22-B465-43BC-8B17-6006D69A640D}" presName="bgRect" presStyleLbl="bgShp" presStyleIdx="3" presStyleCnt="4"/>
      <dgm:spPr/>
    </dgm:pt>
    <dgm:pt modelId="{2D84791F-A8E7-44B7-81FC-4DDAB8AC9BA8}" type="pres">
      <dgm:prSet presAssocID="{F5CF3B22-B465-43BC-8B17-6006D69A640D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47C2A391-90E5-4D77-8A53-571CE05BFA53}" type="pres">
      <dgm:prSet presAssocID="{F5CF3B22-B465-43BC-8B17-6006D69A640D}" presName="spaceRect" presStyleCnt="0"/>
      <dgm:spPr/>
    </dgm:pt>
    <dgm:pt modelId="{84350CC8-4F69-4C2C-BD12-DCD3BD4E2C47}" type="pres">
      <dgm:prSet presAssocID="{F5CF3B22-B465-43BC-8B17-6006D69A640D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F7E30D1E-2B21-4FEA-B25C-8DFFA1FC9E61}" type="presOf" srcId="{905DA4F3-6B32-4DAA-9BBD-C7620DFB4A6C}" destId="{23F70C6B-5570-471C-8729-88FCC5D351DC}" srcOrd="0" destOrd="0" presId="urn:microsoft.com/office/officeart/2018/2/layout/IconVerticalSolidList"/>
    <dgm:cxn modelId="{04CDD920-3DBB-465C-9BB4-3EB5986C7A43}" type="presOf" srcId="{DF063568-DFDA-4909-8D02-462B3BE3C110}" destId="{48A41FBC-C01C-4C67-BA99-4ACE9A9EFAC2}" srcOrd="0" destOrd="0" presId="urn:microsoft.com/office/officeart/2018/2/layout/IconVerticalSolidList"/>
    <dgm:cxn modelId="{8209F830-70A5-4E19-9F63-F3F48245C979}" type="presOf" srcId="{1ADBC8DE-D06A-4298-A433-B71226D56D8B}" destId="{0241D0F5-FA94-429E-BD24-3D15F560FFF1}" srcOrd="0" destOrd="0" presId="urn:microsoft.com/office/officeart/2018/2/layout/IconVerticalSolidList"/>
    <dgm:cxn modelId="{47E47239-E607-47B6-80E6-2415F59C6114}" srcId="{DF063568-DFDA-4909-8D02-462B3BE3C110}" destId="{905DA4F3-6B32-4DAA-9BBD-C7620DFB4A6C}" srcOrd="0" destOrd="0" parTransId="{6255695D-CD0E-4DB1-A5D1-794B0C48BCA9}" sibTransId="{813B61C1-9593-4D8B-8E6D-B1F209ABB47C}"/>
    <dgm:cxn modelId="{4619B247-3C54-4EEF-B688-397485A38BBE}" type="presOf" srcId="{0B95A406-DAC0-4C70-97B7-8EE3D6D88979}" destId="{76591A4E-4D9F-457E-8741-516DBD4455AF}" srcOrd="0" destOrd="0" presId="urn:microsoft.com/office/officeart/2018/2/layout/IconVerticalSolidList"/>
    <dgm:cxn modelId="{43DE724F-9903-4459-86CB-8C23BE15B1D4}" srcId="{DF063568-DFDA-4909-8D02-462B3BE3C110}" destId="{0B95A406-DAC0-4C70-97B7-8EE3D6D88979}" srcOrd="2" destOrd="0" parTransId="{F4AB0185-4712-4702-8424-3EBE5190363F}" sibTransId="{6CEB5251-78C7-4035-AC58-7064B4A16188}"/>
    <dgm:cxn modelId="{9879B65C-24E3-42FA-87ED-658BD491CBCF}" type="presOf" srcId="{F5CF3B22-B465-43BC-8B17-6006D69A640D}" destId="{84350CC8-4F69-4C2C-BD12-DCD3BD4E2C47}" srcOrd="0" destOrd="0" presId="urn:microsoft.com/office/officeart/2018/2/layout/IconVerticalSolidList"/>
    <dgm:cxn modelId="{D73ECE69-9428-4912-AC42-EE212592A6D5}" type="presOf" srcId="{CA8CB601-A13E-4E10-AFC9-848562BC2927}" destId="{D186FA62-E4D1-4426-A529-703AB11D2CB2}" srcOrd="0" destOrd="0" presId="urn:microsoft.com/office/officeart/2018/2/layout/IconVerticalSolidList"/>
    <dgm:cxn modelId="{DE929AD1-212E-4CA5-91BE-F1A6A762DB2B}" srcId="{905DA4F3-6B32-4DAA-9BBD-C7620DFB4A6C}" destId="{CA8CB601-A13E-4E10-AFC9-848562BC2927}" srcOrd="0" destOrd="0" parTransId="{47F386CB-28D3-48F0-974F-EA93EDD1BC88}" sibTransId="{C0D5FFB6-5DB5-49CC-88EB-87EF5BE45531}"/>
    <dgm:cxn modelId="{A1155ED4-7AFE-4B0A-9DEE-E822A5A0F4FE}" srcId="{DF063568-DFDA-4909-8D02-462B3BE3C110}" destId="{1ADBC8DE-D06A-4298-A433-B71226D56D8B}" srcOrd="1" destOrd="0" parTransId="{7708BAD8-4E63-4D07-932E-C2F546CCDA33}" sibTransId="{94B8BA44-6090-4A6E-BD91-D9168F8D0C22}"/>
    <dgm:cxn modelId="{A7D361F2-5AF7-4680-A1FE-CFF35A97F45A}" srcId="{DF063568-DFDA-4909-8D02-462B3BE3C110}" destId="{F5CF3B22-B465-43BC-8B17-6006D69A640D}" srcOrd="3" destOrd="0" parTransId="{1626D23C-28CF-4B2A-BE25-524BC9F5410E}" sibTransId="{6AFAAF35-E334-4DE5-8685-12DCBE210AE3}"/>
    <dgm:cxn modelId="{64587CB1-2CC8-4791-A1F1-4DE18E3B6077}" type="presParOf" srcId="{48A41FBC-C01C-4C67-BA99-4ACE9A9EFAC2}" destId="{3785EF6F-085A-4479-812C-71EECD24D825}" srcOrd="0" destOrd="0" presId="urn:microsoft.com/office/officeart/2018/2/layout/IconVerticalSolidList"/>
    <dgm:cxn modelId="{87F92AAC-623B-4D61-B9CC-12ED202F69F6}" type="presParOf" srcId="{3785EF6F-085A-4479-812C-71EECD24D825}" destId="{2B0AF0A4-8E92-4F92-8661-1029A072C8BA}" srcOrd="0" destOrd="0" presId="urn:microsoft.com/office/officeart/2018/2/layout/IconVerticalSolidList"/>
    <dgm:cxn modelId="{E536FB79-FD11-4371-B602-19D4C89C3E85}" type="presParOf" srcId="{3785EF6F-085A-4479-812C-71EECD24D825}" destId="{4B7285E3-E63E-4AF7-90A9-31BB2A5C76D2}" srcOrd="1" destOrd="0" presId="urn:microsoft.com/office/officeart/2018/2/layout/IconVerticalSolidList"/>
    <dgm:cxn modelId="{99F04751-675B-43C5-80FD-1BF062B86DBE}" type="presParOf" srcId="{3785EF6F-085A-4479-812C-71EECD24D825}" destId="{08B7AB27-81F1-4B5F-8D80-B3DD9E8E3B55}" srcOrd="2" destOrd="0" presId="urn:microsoft.com/office/officeart/2018/2/layout/IconVerticalSolidList"/>
    <dgm:cxn modelId="{B2FF8F8E-6C38-42E5-AF27-78F32DD8BD52}" type="presParOf" srcId="{3785EF6F-085A-4479-812C-71EECD24D825}" destId="{23F70C6B-5570-471C-8729-88FCC5D351DC}" srcOrd="3" destOrd="0" presId="urn:microsoft.com/office/officeart/2018/2/layout/IconVerticalSolidList"/>
    <dgm:cxn modelId="{E3CA4608-633A-46D4-BC6D-DF14EC3A4BA8}" type="presParOf" srcId="{3785EF6F-085A-4479-812C-71EECD24D825}" destId="{D186FA62-E4D1-4426-A529-703AB11D2CB2}" srcOrd="4" destOrd="0" presId="urn:microsoft.com/office/officeart/2018/2/layout/IconVerticalSolidList"/>
    <dgm:cxn modelId="{9974E996-E818-41D8-A054-812ECA5B67F1}" type="presParOf" srcId="{48A41FBC-C01C-4C67-BA99-4ACE9A9EFAC2}" destId="{4E26A77C-1907-4B10-B859-DA6E9D76FBFE}" srcOrd="1" destOrd="0" presId="urn:microsoft.com/office/officeart/2018/2/layout/IconVerticalSolidList"/>
    <dgm:cxn modelId="{9511175F-1BEB-4F4E-90A1-3A7C406FC431}" type="presParOf" srcId="{48A41FBC-C01C-4C67-BA99-4ACE9A9EFAC2}" destId="{333170B2-02DF-4D52-A6D9-AADEDCBE421A}" srcOrd="2" destOrd="0" presId="urn:microsoft.com/office/officeart/2018/2/layout/IconVerticalSolidList"/>
    <dgm:cxn modelId="{B109A2CD-57E9-428F-9655-6664C61DA74C}" type="presParOf" srcId="{333170B2-02DF-4D52-A6D9-AADEDCBE421A}" destId="{15EF48D4-76C0-4E20-9242-D26C80D4F79C}" srcOrd="0" destOrd="0" presId="urn:microsoft.com/office/officeart/2018/2/layout/IconVerticalSolidList"/>
    <dgm:cxn modelId="{68789A02-08D3-4325-A8BE-786ED28A1E83}" type="presParOf" srcId="{333170B2-02DF-4D52-A6D9-AADEDCBE421A}" destId="{7E87405C-7872-48BD-8F77-EED04C661B99}" srcOrd="1" destOrd="0" presId="urn:microsoft.com/office/officeart/2018/2/layout/IconVerticalSolidList"/>
    <dgm:cxn modelId="{56629C84-6F2F-4FB8-971C-EAE1CD5435FA}" type="presParOf" srcId="{333170B2-02DF-4D52-A6D9-AADEDCBE421A}" destId="{7FB133DE-16BF-4258-86B1-A871A7C353D7}" srcOrd="2" destOrd="0" presId="urn:microsoft.com/office/officeart/2018/2/layout/IconVerticalSolidList"/>
    <dgm:cxn modelId="{2081AAA8-E6B7-43F0-97CA-F797F05A3604}" type="presParOf" srcId="{333170B2-02DF-4D52-A6D9-AADEDCBE421A}" destId="{0241D0F5-FA94-429E-BD24-3D15F560FFF1}" srcOrd="3" destOrd="0" presId="urn:microsoft.com/office/officeart/2018/2/layout/IconVerticalSolidList"/>
    <dgm:cxn modelId="{843A8AA3-9928-4DBE-8B7C-CE29917B3FC8}" type="presParOf" srcId="{48A41FBC-C01C-4C67-BA99-4ACE9A9EFAC2}" destId="{03351F86-6132-4527-81A4-2D9B87F19BB2}" srcOrd="3" destOrd="0" presId="urn:microsoft.com/office/officeart/2018/2/layout/IconVerticalSolidList"/>
    <dgm:cxn modelId="{65488308-0B16-495B-BE87-F55DA7EBF669}" type="presParOf" srcId="{48A41FBC-C01C-4C67-BA99-4ACE9A9EFAC2}" destId="{7D2E916C-3214-4EE2-9376-2D9F3C4E5964}" srcOrd="4" destOrd="0" presId="urn:microsoft.com/office/officeart/2018/2/layout/IconVerticalSolidList"/>
    <dgm:cxn modelId="{22D97A4C-5200-4EAA-A2DB-AB0686D78707}" type="presParOf" srcId="{7D2E916C-3214-4EE2-9376-2D9F3C4E5964}" destId="{D6F9D35D-3625-426D-8095-966302D0A0E4}" srcOrd="0" destOrd="0" presId="urn:microsoft.com/office/officeart/2018/2/layout/IconVerticalSolidList"/>
    <dgm:cxn modelId="{61041B95-B2FB-477E-9C19-E62B15C9BD4B}" type="presParOf" srcId="{7D2E916C-3214-4EE2-9376-2D9F3C4E5964}" destId="{4F6285A3-E5A1-42C7-A82A-976DFAF05AFB}" srcOrd="1" destOrd="0" presId="urn:microsoft.com/office/officeart/2018/2/layout/IconVerticalSolidList"/>
    <dgm:cxn modelId="{20BA491A-3CF5-4241-9CD5-9086E7F4B065}" type="presParOf" srcId="{7D2E916C-3214-4EE2-9376-2D9F3C4E5964}" destId="{5E5F5C4F-E633-4D2A-A273-F3AD78EA5256}" srcOrd="2" destOrd="0" presId="urn:microsoft.com/office/officeart/2018/2/layout/IconVerticalSolidList"/>
    <dgm:cxn modelId="{C146A9FE-8770-424C-AB0E-1F03FE7CE374}" type="presParOf" srcId="{7D2E916C-3214-4EE2-9376-2D9F3C4E5964}" destId="{76591A4E-4D9F-457E-8741-516DBD4455AF}" srcOrd="3" destOrd="0" presId="urn:microsoft.com/office/officeart/2018/2/layout/IconVerticalSolidList"/>
    <dgm:cxn modelId="{17049284-1D41-4BD9-9062-071F183D7A79}" type="presParOf" srcId="{48A41FBC-C01C-4C67-BA99-4ACE9A9EFAC2}" destId="{0389F127-1D81-47EE-87B8-9908E7AD5DC0}" srcOrd="5" destOrd="0" presId="urn:microsoft.com/office/officeart/2018/2/layout/IconVerticalSolidList"/>
    <dgm:cxn modelId="{CAF225F2-7A73-43C0-9338-691CD123EC64}" type="presParOf" srcId="{48A41FBC-C01C-4C67-BA99-4ACE9A9EFAC2}" destId="{7F8A337B-E15D-4E67-B7B8-CCE8677C2DFE}" srcOrd="6" destOrd="0" presId="urn:microsoft.com/office/officeart/2018/2/layout/IconVerticalSolidList"/>
    <dgm:cxn modelId="{3880A34B-6D38-432D-82BA-1136B27164FA}" type="presParOf" srcId="{7F8A337B-E15D-4E67-B7B8-CCE8677C2DFE}" destId="{C4941236-CF5A-4A48-AC11-08346A85B0C7}" srcOrd="0" destOrd="0" presId="urn:microsoft.com/office/officeart/2018/2/layout/IconVerticalSolidList"/>
    <dgm:cxn modelId="{AD7A341F-D100-49F8-988F-8E84F56BAD2B}" type="presParOf" srcId="{7F8A337B-E15D-4E67-B7B8-CCE8677C2DFE}" destId="{2D84791F-A8E7-44B7-81FC-4DDAB8AC9BA8}" srcOrd="1" destOrd="0" presId="urn:microsoft.com/office/officeart/2018/2/layout/IconVerticalSolidList"/>
    <dgm:cxn modelId="{252733A8-D6EA-486A-A527-48E316B590F1}" type="presParOf" srcId="{7F8A337B-E15D-4E67-B7B8-CCE8677C2DFE}" destId="{47C2A391-90E5-4D77-8A53-571CE05BFA53}" srcOrd="2" destOrd="0" presId="urn:microsoft.com/office/officeart/2018/2/layout/IconVerticalSolidList"/>
    <dgm:cxn modelId="{DD4C3734-7F0C-4D56-AB13-251CCFD47795}" type="presParOf" srcId="{7F8A337B-E15D-4E67-B7B8-CCE8677C2DFE}" destId="{84350CC8-4F69-4C2C-BD12-DCD3BD4E2C4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A7ADA8B-9E91-4724-B3CA-4CF38BF5932D}" type="doc">
      <dgm:prSet loTypeId="urn:microsoft.com/office/officeart/2005/8/layout/default" loCatId="list" qsTypeId="urn:microsoft.com/office/officeart/2005/8/quickstyle/simple1#4" qsCatId="simple" csTypeId="urn:microsoft.com/office/officeart/2005/8/colors/accent1_2#2" csCatId="accent1"/>
      <dgm:spPr/>
      <dgm:t>
        <a:bodyPr/>
        <a:lstStyle/>
        <a:p>
          <a:endParaRPr lang="en-US"/>
        </a:p>
      </dgm:t>
    </dgm:pt>
    <dgm:pt modelId="{6295238F-EE8E-4BEC-8039-1B6E3EDFD45D}">
      <dgm:prSet/>
      <dgm:spPr/>
      <dgm:t>
        <a:bodyPr/>
        <a:lstStyle/>
        <a:p>
          <a:r>
            <a:rPr lang="en-US"/>
            <a:t>Agent Runtime</a:t>
          </a:r>
        </a:p>
      </dgm:t>
    </dgm:pt>
    <dgm:pt modelId="{71188F71-A7A3-4EEE-A188-686F3A6FBE55}" type="parTrans" cxnId="{D5A71ED6-69D0-4DFF-9C9F-604600339C25}">
      <dgm:prSet/>
      <dgm:spPr/>
      <dgm:t>
        <a:bodyPr/>
        <a:lstStyle/>
        <a:p>
          <a:endParaRPr lang="en-US"/>
        </a:p>
      </dgm:t>
    </dgm:pt>
    <dgm:pt modelId="{8A8DDD52-DE8A-4533-803E-275ACC0146B1}" type="sibTrans" cxnId="{D5A71ED6-69D0-4DFF-9C9F-604600339C25}">
      <dgm:prSet/>
      <dgm:spPr/>
      <dgm:t>
        <a:bodyPr/>
        <a:lstStyle/>
        <a:p>
          <a:endParaRPr lang="en-US"/>
        </a:p>
      </dgm:t>
    </dgm:pt>
    <dgm:pt modelId="{97A45ADC-D4F7-4767-9AAE-19AACAC84700}">
      <dgm:prSet/>
      <dgm:spPr/>
      <dgm:t>
        <a:bodyPr/>
        <a:lstStyle/>
        <a:p>
          <a:r>
            <a:rPr lang="en-US"/>
            <a:t>Responses API</a:t>
          </a:r>
        </a:p>
      </dgm:t>
    </dgm:pt>
    <dgm:pt modelId="{D9B9BC57-19D0-473D-AA7B-15A8B09F9C32}" type="parTrans" cxnId="{40A4B96B-C4CF-46C2-8EFE-0D8704F33A23}">
      <dgm:prSet/>
      <dgm:spPr/>
      <dgm:t>
        <a:bodyPr/>
        <a:lstStyle/>
        <a:p>
          <a:endParaRPr lang="en-US"/>
        </a:p>
      </dgm:t>
    </dgm:pt>
    <dgm:pt modelId="{EC2A5044-92C6-4BB9-BAA7-D66C3E21E1BE}" type="sibTrans" cxnId="{40A4B96B-C4CF-46C2-8EFE-0D8704F33A23}">
      <dgm:prSet/>
      <dgm:spPr/>
      <dgm:t>
        <a:bodyPr/>
        <a:lstStyle/>
        <a:p>
          <a:endParaRPr lang="en-US"/>
        </a:p>
      </dgm:t>
    </dgm:pt>
    <dgm:pt modelId="{FCCE767E-48E4-4481-A3CC-2E12515AFFD2}">
      <dgm:prSet/>
      <dgm:spPr/>
      <dgm:t>
        <a:bodyPr/>
        <a:lstStyle/>
        <a:p>
          <a:r>
            <a:rPr lang="en-US"/>
            <a:t>Publishing</a:t>
          </a:r>
        </a:p>
      </dgm:t>
    </dgm:pt>
    <dgm:pt modelId="{BC2340EF-A9E0-4487-88F1-97681B89E58C}" type="parTrans" cxnId="{BCD5E2AF-B24A-4763-B38D-496BEAFD68C0}">
      <dgm:prSet/>
      <dgm:spPr/>
      <dgm:t>
        <a:bodyPr/>
        <a:lstStyle/>
        <a:p>
          <a:endParaRPr lang="en-US"/>
        </a:p>
      </dgm:t>
    </dgm:pt>
    <dgm:pt modelId="{6CFE682E-7952-4B61-B60F-1DC3F465B84C}" type="sibTrans" cxnId="{BCD5E2AF-B24A-4763-B38D-496BEAFD68C0}">
      <dgm:prSet/>
      <dgm:spPr/>
      <dgm:t>
        <a:bodyPr/>
        <a:lstStyle/>
        <a:p>
          <a:endParaRPr lang="en-US"/>
        </a:p>
      </dgm:t>
    </dgm:pt>
    <dgm:pt modelId="{E686442B-AC0D-4161-9DC1-B074C7C2053D}">
      <dgm:prSet/>
      <dgm:spPr/>
      <dgm:t>
        <a:bodyPr/>
        <a:lstStyle/>
        <a:p>
          <a:r>
            <a:rPr lang="en-US"/>
            <a:t>Models</a:t>
          </a:r>
        </a:p>
      </dgm:t>
    </dgm:pt>
    <dgm:pt modelId="{84D43BD3-3B85-4160-82A3-EC4066F66BC2}" type="parTrans" cxnId="{C53F1D44-89E2-47A0-ACC9-319B32D1BCDC}">
      <dgm:prSet/>
      <dgm:spPr/>
      <dgm:t>
        <a:bodyPr/>
        <a:lstStyle/>
        <a:p>
          <a:endParaRPr lang="en-US"/>
        </a:p>
      </dgm:t>
    </dgm:pt>
    <dgm:pt modelId="{F97C33A2-079D-4B1C-A695-ABFC661BC346}" type="sibTrans" cxnId="{C53F1D44-89E2-47A0-ACC9-319B32D1BCDC}">
      <dgm:prSet/>
      <dgm:spPr/>
      <dgm:t>
        <a:bodyPr/>
        <a:lstStyle/>
        <a:p>
          <a:endParaRPr lang="en-US"/>
        </a:p>
      </dgm:t>
    </dgm:pt>
    <dgm:pt modelId="{BAA43650-CB11-4DC8-B3F6-07DEDD52D123}">
      <dgm:prSet/>
      <dgm:spPr/>
      <dgm:t>
        <a:bodyPr/>
        <a:lstStyle/>
        <a:p>
          <a:r>
            <a:rPr lang="en-US"/>
            <a:t>Identity</a:t>
          </a:r>
        </a:p>
      </dgm:t>
    </dgm:pt>
    <dgm:pt modelId="{A642868A-5B5A-4CB1-A851-23BD98BDCAE4}" type="parTrans" cxnId="{45320CDD-1A40-48F9-8F2E-1E1107E7504F}">
      <dgm:prSet/>
      <dgm:spPr/>
      <dgm:t>
        <a:bodyPr/>
        <a:lstStyle/>
        <a:p>
          <a:endParaRPr lang="en-US"/>
        </a:p>
      </dgm:t>
    </dgm:pt>
    <dgm:pt modelId="{E8A305FE-018E-4EB0-A051-9FCB2018BA13}" type="sibTrans" cxnId="{45320CDD-1A40-48F9-8F2E-1E1107E7504F}">
      <dgm:prSet/>
      <dgm:spPr/>
      <dgm:t>
        <a:bodyPr/>
        <a:lstStyle/>
        <a:p>
          <a:endParaRPr lang="en-US"/>
        </a:p>
      </dgm:t>
    </dgm:pt>
    <dgm:pt modelId="{5534FEAA-E438-4667-9CB0-2D3C0437110F}">
      <dgm:prSet/>
      <dgm:spPr/>
      <dgm:t>
        <a:bodyPr/>
        <a:lstStyle/>
        <a:p>
          <a:r>
            <a:rPr lang="en-US"/>
            <a:t>Security</a:t>
          </a:r>
        </a:p>
      </dgm:t>
    </dgm:pt>
    <dgm:pt modelId="{A7A28767-D5B5-4B4F-A9A6-EE3027FEAFDB}" type="parTrans" cxnId="{6C47E8F4-6A0E-4BBF-AD94-1B578737FB67}">
      <dgm:prSet/>
      <dgm:spPr/>
      <dgm:t>
        <a:bodyPr/>
        <a:lstStyle/>
        <a:p>
          <a:endParaRPr lang="en-US"/>
        </a:p>
      </dgm:t>
    </dgm:pt>
    <dgm:pt modelId="{7A66868C-4532-4EE6-A70F-33F03A6BA80D}" type="sibTrans" cxnId="{6C47E8F4-6A0E-4BBF-AD94-1B578737FB67}">
      <dgm:prSet/>
      <dgm:spPr/>
      <dgm:t>
        <a:bodyPr/>
        <a:lstStyle/>
        <a:p>
          <a:endParaRPr lang="en-US"/>
        </a:p>
      </dgm:t>
    </dgm:pt>
    <dgm:pt modelId="{F9548F4A-F3DB-4F72-9492-EE4CC53A8A83}">
      <dgm:prSet/>
      <dgm:spPr/>
      <dgm:t>
        <a:bodyPr/>
        <a:lstStyle/>
        <a:p>
          <a:r>
            <a:rPr lang="en-US"/>
            <a:t>Observability</a:t>
          </a:r>
        </a:p>
      </dgm:t>
    </dgm:pt>
    <dgm:pt modelId="{A41F45E9-ABC4-4757-B0B5-C5FB44AE6225}" type="parTrans" cxnId="{02D6D9E4-F6BC-4AFC-990D-5427BF6BD452}">
      <dgm:prSet/>
      <dgm:spPr/>
      <dgm:t>
        <a:bodyPr/>
        <a:lstStyle/>
        <a:p>
          <a:endParaRPr lang="en-US"/>
        </a:p>
      </dgm:t>
    </dgm:pt>
    <dgm:pt modelId="{FD2649FB-CB9E-4234-A862-744B60D1B9A8}" type="sibTrans" cxnId="{02D6D9E4-F6BC-4AFC-990D-5427BF6BD452}">
      <dgm:prSet/>
      <dgm:spPr/>
      <dgm:t>
        <a:bodyPr/>
        <a:lstStyle/>
        <a:p>
          <a:endParaRPr lang="en-US"/>
        </a:p>
      </dgm:t>
    </dgm:pt>
    <dgm:pt modelId="{02C53243-0708-4081-892F-3D4D55818E20}">
      <dgm:prSet/>
      <dgm:spPr/>
      <dgm:t>
        <a:bodyPr/>
        <a:lstStyle/>
        <a:p>
          <a:r>
            <a:rPr lang="en-US"/>
            <a:t>Tools</a:t>
          </a:r>
        </a:p>
      </dgm:t>
    </dgm:pt>
    <dgm:pt modelId="{012CB7A9-030F-4119-A336-E1570F641464}" type="parTrans" cxnId="{22C0ACB8-F5BE-4FEF-8F8C-C3E763C25841}">
      <dgm:prSet/>
      <dgm:spPr/>
      <dgm:t>
        <a:bodyPr/>
        <a:lstStyle/>
        <a:p>
          <a:endParaRPr lang="en-US"/>
        </a:p>
      </dgm:t>
    </dgm:pt>
    <dgm:pt modelId="{0C3A1CAA-8DDC-4971-81CA-21875CCFCD17}" type="sibTrans" cxnId="{22C0ACB8-F5BE-4FEF-8F8C-C3E763C25841}">
      <dgm:prSet/>
      <dgm:spPr/>
      <dgm:t>
        <a:bodyPr/>
        <a:lstStyle/>
        <a:p>
          <a:endParaRPr lang="en-US"/>
        </a:p>
      </dgm:t>
    </dgm:pt>
    <dgm:pt modelId="{AE749DA7-E946-4F20-9C4D-3D8D9C13A62F}" type="pres">
      <dgm:prSet presAssocID="{3A7ADA8B-9E91-4724-B3CA-4CF38BF5932D}" presName="diagram" presStyleCnt="0">
        <dgm:presLayoutVars>
          <dgm:dir/>
          <dgm:resizeHandles val="exact"/>
        </dgm:presLayoutVars>
      </dgm:prSet>
      <dgm:spPr/>
    </dgm:pt>
    <dgm:pt modelId="{C6DDA0C0-15FC-4167-8E47-B5EB3F6FB10E}" type="pres">
      <dgm:prSet presAssocID="{6295238F-EE8E-4BEC-8039-1B6E3EDFD45D}" presName="node" presStyleLbl="node1" presStyleIdx="0" presStyleCnt="8">
        <dgm:presLayoutVars>
          <dgm:bulletEnabled val="1"/>
        </dgm:presLayoutVars>
      </dgm:prSet>
      <dgm:spPr/>
    </dgm:pt>
    <dgm:pt modelId="{D4A25BC9-A13B-4894-AD70-E6B203A0AB4C}" type="pres">
      <dgm:prSet presAssocID="{8A8DDD52-DE8A-4533-803E-275ACC0146B1}" presName="sibTrans" presStyleCnt="0"/>
      <dgm:spPr/>
    </dgm:pt>
    <dgm:pt modelId="{C105B38E-BF57-4D24-9E56-BCFCBA05E8B3}" type="pres">
      <dgm:prSet presAssocID="{97A45ADC-D4F7-4767-9AAE-19AACAC84700}" presName="node" presStyleLbl="node1" presStyleIdx="1" presStyleCnt="8">
        <dgm:presLayoutVars>
          <dgm:bulletEnabled val="1"/>
        </dgm:presLayoutVars>
      </dgm:prSet>
      <dgm:spPr/>
    </dgm:pt>
    <dgm:pt modelId="{F1DED731-6DCC-4601-9A77-50690FE27056}" type="pres">
      <dgm:prSet presAssocID="{EC2A5044-92C6-4BB9-BAA7-D66C3E21E1BE}" presName="sibTrans" presStyleCnt="0"/>
      <dgm:spPr/>
    </dgm:pt>
    <dgm:pt modelId="{820A2B82-AA60-444E-A4C7-852C4386F29A}" type="pres">
      <dgm:prSet presAssocID="{FCCE767E-48E4-4481-A3CC-2E12515AFFD2}" presName="node" presStyleLbl="node1" presStyleIdx="2" presStyleCnt="8">
        <dgm:presLayoutVars>
          <dgm:bulletEnabled val="1"/>
        </dgm:presLayoutVars>
      </dgm:prSet>
      <dgm:spPr/>
    </dgm:pt>
    <dgm:pt modelId="{2707534A-955C-4BBF-B6B7-25D1F43E044F}" type="pres">
      <dgm:prSet presAssocID="{6CFE682E-7952-4B61-B60F-1DC3F465B84C}" presName="sibTrans" presStyleCnt="0"/>
      <dgm:spPr/>
    </dgm:pt>
    <dgm:pt modelId="{B75B752B-EF89-49AE-8BE0-A69DF0187794}" type="pres">
      <dgm:prSet presAssocID="{E686442B-AC0D-4161-9DC1-B074C7C2053D}" presName="node" presStyleLbl="node1" presStyleIdx="3" presStyleCnt="8">
        <dgm:presLayoutVars>
          <dgm:bulletEnabled val="1"/>
        </dgm:presLayoutVars>
      </dgm:prSet>
      <dgm:spPr/>
    </dgm:pt>
    <dgm:pt modelId="{73CD517B-A41E-4DDE-8E3D-A93E97750240}" type="pres">
      <dgm:prSet presAssocID="{F97C33A2-079D-4B1C-A695-ABFC661BC346}" presName="sibTrans" presStyleCnt="0"/>
      <dgm:spPr/>
    </dgm:pt>
    <dgm:pt modelId="{B4F66CC9-0883-44C9-BB02-9A6C042AC5AE}" type="pres">
      <dgm:prSet presAssocID="{BAA43650-CB11-4DC8-B3F6-07DEDD52D123}" presName="node" presStyleLbl="node1" presStyleIdx="4" presStyleCnt="8">
        <dgm:presLayoutVars>
          <dgm:bulletEnabled val="1"/>
        </dgm:presLayoutVars>
      </dgm:prSet>
      <dgm:spPr/>
    </dgm:pt>
    <dgm:pt modelId="{08459337-D6D1-466C-8315-F3F844B95338}" type="pres">
      <dgm:prSet presAssocID="{E8A305FE-018E-4EB0-A051-9FCB2018BA13}" presName="sibTrans" presStyleCnt="0"/>
      <dgm:spPr/>
    </dgm:pt>
    <dgm:pt modelId="{F70A96A1-47BA-4B1E-9B34-879A14DE5AEC}" type="pres">
      <dgm:prSet presAssocID="{5534FEAA-E438-4667-9CB0-2D3C0437110F}" presName="node" presStyleLbl="node1" presStyleIdx="5" presStyleCnt="8">
        <dgm:presLayoutVars>
          <dgm:bulletEnabled val="1"/>
        </dgm:presLayoutVars>
      </dgm:prSet>
      <dgm:spPr/>
    </dgm:pt>
    <dgm:pt modelId="{3033F83F-ED3F-4A83-848B-B671FD98B6D7}" type="pres">
      <dgm:prSet presAssocID="{7A66868C-4532-4EE6-A70F-33F03A6BA80D}" presName="sibTrans" presStyleCnt="0"/>
      <dgm:spPr/>
    </dgm:pt>
    <dgm:pt modelId="{C0EEE778-5766-4F63-B57B-ED1807359DFC}" type="pres">
      <dgm:prSet presAssocID="{F9548F4A-F3DB-4F72-9492-EE4CC53A8A83}" presName="node" presStyleLbl="node1" presStyleIdx="6" presStyleCnt="8">
        <dgm:presLayoutVars>
          <dgm:bulletEnabled val="1"/>
        </dgm:presLayoutVars>
      </dgm:prSet>
      <dgm:spPr/>
    </dgm:pt>
    <dgm:pt modelId="{1741424C-6B84-4E8B-974E-F6AE45A36423}" type="pres">
      <dgm:prSet presAssocID="{FD2649FB-CB9E-4234-A862-744B60D1B9A8}" presName="sibTrans" presStyleCnt="0"/>
      <dgm:spPr/>
    </dgm:pt>
    <dgm:pt modelId="{7B1051BE-800C-42F7-9638-79AF1385A01B}" type="pres">
      <dgm:prSet presAssocID="{02C53243-0708-4081-892F-3D4D55818E20}" presName="node" presStyleLbl="node1" presStyleIdx="7" presStyleCnt="8">
        <dgm:presLayoutVars>
          <dgm:bulletEnabled val="1"/>
        </dgm:presLayoutVars>
      </dgm:prSet>
      <dgm:spPr/>
    </dgm:pt>
  </dgm:ptLst>
  <dgm:cxnLst>
    <dgm:cxn modelId="{5261FE14-C193-4726-B30D-80F52D136E83}" type="presOf" srcId="{5534FEAA-E438-4667-9CB0-2D3C0437110F}" destId="{F70A96A1-47BA-4B1E-9B34-879A14DE5AEC}" srcOrd="0" destOrd="0" presId="urn:microsoft.com/office/officeart/2005/8/layout/default"/>
    <dgm:cxn modelId="{B9F8BF1B-0B6B-44B2-9209-EBE218BAA06E}" type="presOf" srcId="{F9548F4A-F3DB-4F72-9492-EE4CC53A8A83}" destId="{C0EEE778-5766-4F63-B57B-ED1807359DFC}" srcOrd="0" destOrd="0" presId="urn:microsoft.com/office/officeart/2005/8/layout/default"/>
    <dgm:cxn modelId="{2D3B3034-73DD-4754-9774-77DD055A9D3A}" type="presOf" srcId="{6295238F-EE8E-4BEC-8039-1B6E3EDFD45D}" destId="{C6DDA0C0-15FC-4167-8E47-B5EB3F6FB10E}" srcOrd="0" destOrd="0" presId="urn:microsoft.com/office/officeart/2005/8/layout/default"/>
    <dgm:cxn modelId="{F558BA36-3D3F-486E-9786-C69F4F9DC21F}" type="presOf" srcId="{02C53243-0708-4081-892F-3D4D55818E20}" destId="{7B1051BE-800C-42F7-9638-79AF1385A01B}" srcOrd="0" destOrd="0" presId="urn:microsoft.com/office/officeart/2005/8/layout/default"/>
    <dgm:cxn modelId="{C53F1D44-89E2-47A0-ACC9-319B32D1BCDC}" srcId="{3A7ADA8B-9E91-4724-B3CA-4CF38BF5932D}" destId="{E686442B-AC0D-4161-9DC1-B074C7C2053D}" srcOrd="3" destOrd="0" parTransId="{84D43BD3-3B85-4160-82A3-EC4066F66BC2}" sibTransId="{F97C33A2-079D-4B1C-A695-ABFC661BC346}"/>
    <dgm:cxn modelId="{141CE24E-07F8-42EE-899A-5ED4F978D9C8}" type="presOf" srcId="{3A7ADA8B-9E91-4724-B3CA-4CF38BF5932D}" destId="{AE749DA7-E946-4F20-9C4D-3D8D9C13A62F}" srcOrd="0" destOrd="0" presId="urn:microsoft.com/office/officeart/2005/8/layout/default"/>
    <dgm:cxn modelId="{F0B5285B-B1F7-4CA0-99B3-43200B1C9D4D}" type="presOf" srcId="{97A45ADC-D4F7-4767-9AAE-19AACAC84700}" destId="{C105B38E-BF57-4D24-9E56-BCFCBA05E8B3}" srcOrd="0" destOrd="0" presId="urn:microsoft.com/office/officeart/2005/8/layout/default"/>
    <dgm:cxn modelId="{40A4B96B-C4CF-46C2-8EFE-0D8704F33A23}" srcId="{3A7ADA8B-9E91-4724-B3CA-4CF38BF5932D}" destId="{97A45ADC-D4F7-4767-9AAE-19AACAC84700}" srcOrd="1" destOrd="0" parTransId="{D9B9BC57-19D0-473D-AA7B-15A8B09F9C32}" sibTransId="{EC2A5044-92C6-4BB9-BAA7-D66C3E21E1BE}"/>
    <dgm:cxn modelId="{42DE03A3-8F55-429F-911C-61E9049B3580}" type="presOf" srcId="{BAA43650-CB11-4DC8-B3F6-07DEDD52D123}" destId="{B4F66CC9-0883-44C9-BB02-9A6C042AC5AE}" srcOrd="0" destOrd="0" presId="urn:microsoft.com/office/officeart/2005/8/layout/default"/>
    <dgm:cxn modelId="{F426FDA3-DB8C-4779-B990-730B4C8EA0A9}" type="presOf" srcId="{E686442B-AC0D-4161-9DC1-B074C7C2053D}" destId="{B75B752B-EF89-49AE-8BE0-A69DF0187794}" srcOrd="0" destOrd="0" presId="urn:microsoft.com/office/officeart/2005/8/layout/default"/>
    <dgm:cxn modelId="{B8404CA7-9289-44A8-AA1E-F68E31562E48}" type="presOf" srcId="{FCCE767E-48E4-4481-A3CC-2E12515AFFD2}" destId="{820A2B82-AA60-444E-A4C7-852C4386F29A}" srcOrd="0" destOrd="0" presId="urn:microsoft.com/office/officeart/2005/8/layout/default"/>
    <dgm:cxn modelId="{BCD5E2AF-B24A-4763-B38D-496BEAFD68C0}" srcId="{3A7ADA8B-9E91-4724-B3CA-4CF38BF5932D}" destId="{FCCE767E-48E4-4481-A3CC-2E12515AFFD2}" srcOrd="2" destOrd="0" parTransId="{BC2340EF-A9E0-4487-88F1-97681B89E58C}" sibTransId="{6CFE682E-7952-4B61-B60F-1DC3F465B84C}"/>
    <dgm:cxn modelId="{22C0ACB8-F5BE-4FEF-8F8C-C3E763C25841}" srcId="{3A7ADA8B-9E91-4724-B3CA-4CF38BF5932D}" destId="{02C53243-0708-4081-892F-3D4D55818E20}" srcOrd="7" destOrd="0" parTransId="{012CB7A9-030F-4119-A336-E1570F641464}" sibTransId="{0C3A1CAA-8DDC-4971-81CA-21875CCFCD17}"/>
    <dgm:cxn modelId="{D5A71ED6-69D0-4DFF-9C9F-604600339C25}" srcId="{3A7ADA8B-9E91-4724-B3CA-4CF38BF5932D}" destId="{6295238F-EE8E-4BEC-8039-1B6E3EDFD45D}" srcOrd="0" destOrd="0" parTransId="{71188F71-A7A3-4EEE-A188-686F3A6FBE55}" sibTransId="{8A8DDD52-DE8A-4533-803E-275ACC0146B1}"/>
    <dgm:cxn modelId="{45320CDD-1A40-48F9-8F2E-1E1107E7504F}" srcId="{3A7ADA8B-9E91-4724-B3CA-4CF38BF5932D}" destId="{BAA43650-CB11-4DC8-B3F6-07DEDD52D123}" srcOrd="4" destOrd="0" parTransId="{A642868A-5B5A-4CB1-A851-23BD98BDCAE4}" sibTransId="{E8A305FE-018E-4EB0-A051-9FCB2018BA13}"/>
    <dgm:cxn modelId="{02D6D9E4-F6BC-4AFC-990D-5427BF6BD452}" srcId="{3A7ADA8B-9E91-4724-B3CA-4CF38BF5932D}" destId="{F9548F4A-F3DB-4F72-9492-EE4CC53A8A83}" srcOrd="6" destOrd="0" parTransId="{A41F45E9-ABC4-4757-B0B5-C5FB44AE6225}" sibTransId="{FD2649FB-CB9E-4234-A862-744B60D1B9A8}"/>
    <dgm:cxn modelId="{6C47E8F4-6A0E-4BBF-AD94-1B578737FB67}" srcId="{3A7ADA8B-9E91-4724-B3CA-4CF38BF5932D}" destId="{5534FEAA-E438-4667-9CB0-2D3C0437110F}" srcOrd="5" destOrd="0" parTransId="{A7A28767-D5B5-4B4F-A9A6-EE3027FEAFDB}" sibTransId="{7A66868C-4532-4EE6-A70F-33F03A6BA80D}"/>
    <dgm:cxn modelId="{351D7119-3132-4D91-A190-EDB5049931AE}" type="presParOf" srcId="{AE749DA7-E946-4F20-9C4D-3D8D9C13A62F}" destId="{C6DDA0C0-15FC-4167-8E47-B5EB3F6FB10E}" srcOrd="0" destOrd="0" presId="urn:microsoft.com/office/officeart/2005/8/layout/default"/>
    <dgm:cxn modelId="{4EB980BB-E25C-409E-A66A-C0619AF92D2E}" type="presParOf" srcId="{AE749DA7-E946-4F20-9C4D-3D8D9C13A62F}" destId="{D4A25BC9-A13B-4894-AD70-E6B203A0AB4C}" srcOrd="1" destOrd="0" presId="urn:microsoft.com/office/officeart/2005/8/layout/default"/>
    <dgm:cxn modelId="{3DB6A369-C0AC-4E50-AC18-64886FFA341D}" type="presParOf" srcId="{AE749DA7-E946-4F20-9C4D-3D8D9C13A62F}" destId="{C105B38E-BF57-4D24-9E56-BCFCBA05E8B3}" srcOrd="2" destOrd="0" presId="urn:microsoft.com/office/officeart/2005/8/layout/default"/>
    <dgm:cxn modelId="{5954036D-3211-4DCB-B527-441FC3276A36}" type="presParOf" srcId="{AE749DA7-E946-4F20-9C4D-3D8D9C13A62F}" destId="{F1DED731-6DCC-4601-9A77-50690FE27056}" srcOrd="3" destOrd="0" presId="urn:microsoft.com/office/officeart/2005/8/layout/default"/>
    <dgm:cxn modelId="{D7394205-DED6-4257-8848-AF79ED0B5B0E}" type="presParOf" srcId="{AE749DA7-E946-4F20-9C4D-3D8D9C13A62F}" destId="{820A2B82-AA60-444E-A4C7-852C4386F29A}" srcOrd="4" destOrd="0" presId="urn:microsoft.com/office/officeart/2005/8/layout/default"/>
    <dgm:cxn modelId="{60BB905A-FEC7-4512-9740-4DB02E916AE8}" type="presParOf" srcId="{AE749DA7-E946-4F20-9C4D-3D8D9C13A62F}" destId="{2707534A-955C-4BBF-B6B7-25D1F43E044F}" srcOrd="5" destOrd="0" presId="urn:microsoft.com/office/officeart/2005/8/layout/default"/>
    <dgm:cxn modelId="{905B2C59-066E-4421-903A-FDE7B065CC1F}" type="presParOf" srcId="{AE749DA7-E946-4F20-9C4D-3D8D9C13A62F}" destId="{B75B752B-EF89-49AE-8BE0-A69DF0187794}" srcOrd="6" destOrd="0" presId="urn:microsoft.com/office/officeart/2005/8/layout/default"/>
    <dgm:cxn modelId="{48A8FD27-1CB9-459B-B691-B2DD86315975}" type="presParOf" srcId="{AE749DA7-E946-4F20-9C4D-3D8D9C13A62F}" destId="{73CD517B-A41E-4DDE-8E3D-A93E97750240}" srcOrd="7" destOrd="0" presId="urn:microsoft.com/office/officeart/2005/8/layout/default"/>
    <dgm:cxn modelId="{905B76B5-C2A3-49D1-A547-BC6E2AB4ACE5}" type="presParOf" srcId="{AE749DA7-E946-4F20-9C4D-3D8D9C13A62F}" destId="{B4F66CC9-0883-44C9-BB02-9A6C042AC5AE}" srcOrd="8" destOrd="0" presId="urn:microsoft.com/office/officeart/2005/8/layout/default"/>
    <dgm:cxn modelId="{13AA10F1-2951-407C-B506-905F7CA9CD42}" type="presParOf" srcId="{AE749DA7-E946-4F20-9C4D-3D8D9C13A62F}" destId="{08459337-D6D1-466C-8315-F3F844B95338}" srcOrd="9" destOrd="0" presId="urn:microsoft.com/office/officeart/2005/8/layout/default"/>
    <dgm:cxn modelId="{D84AE450-1FAA-4776-AEA6-005DD6508044}" type="presParOf" srcId="{AE749DA7-E946-4F20-9C4D-3D8D9C13A62F}" destId="{F70A96A1-47BA-4B1E-9B34-879A14DE5AEC}" srcOrd="10" destOrd="0" presId="urn:microsoft.com/office/officeart/2005/8/layout/default"/>
    <dgm:cxn modelId="{75A30BCF-575C-46FB-80E8-81562738F1AE}" type="presParOf" srcId="{AE749DA7-E946-4F20-9C4D-3D8D9C13A62F}" destId="{3033F83F-ED3F-4A83-848B-B671FD98B6D7}" srcOrd="11" destOrd="0" presId="urn:microsoft.com/office/officeart/2005/8/layout/default"/>
    <dgm:cxn modelId="{9328E222-AC0D-4F15-80A1-6B579CB6B0EA}" type="presParOf" srcId="{AE749DA7-E946-4F20-9C4D-3D8D9C13A62F}" destId="{C0EEE778-5766-4F63-B57B-ED1807359DFC}" srcOrd="12" destOrd="0" presId="urn:microsoft.com/office/officeart/2005/8/layout/default"/>
    <dgm:cxn modelId="{7133D032-F34D-4431-93B6-9D8C16718184}" type="presParOf" srcId="{AE749DA7-E946-4F20-9C4D-3D8D9C13A62F}" destId="{1741424C-6B84-4E8B-974E-F6AE45A36423}" srcOrd="13" destOrd="0" presId="urn:microsoft.com/office/officeart/2005/8/layout/default"/>
    <dgm:cxn modelId="{8AAAD946-81A7-4B4B-804E-95E275AD7B97}" type="presParOf" srcId="{AE749DA7-E946-4F20-9C4D-3D8D9C13A62F}" destId="{7B1051BE-800C-42F7-9638-79AF1385A01B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894AD70-7B2F-46E8-A021-E01D4CB14205}" type="doc">
      <dgm:prSet loTypeId="urn:microsoft.com/office/officeart/2005/8/layout/vList2" loCatId="list" qsTypeId="urn:microsoft.com/office/officeart/2005/8/quickstyle/simple1#5" qsCatId="simple" csTypeId="urn:microsoft.com/office/officeart/2005/8/colors/colorful2#2" csCatId="colorful" phldr="1"/>
      <dgm:spPr/>
      <dgm:t>
        <a:bodyPr/>
        <a:lstStyle/>
        <a:p>
          <a:endParaRPr lang="en-US"/>
        </a:p>
      </dgm:t>
    </dgm:pt>
    <dgm:pt modelId="{7D0DF2E0-8511-45B7-8700-B1C05F330F8F}">
      <dgm:prSet/>
      <dgm:spPr/>
      <dgm:t>
        <a:bodyPr/>
        <a:lstStyle/>
        <a:p>
          <a:r>
            <a:rPr lang="en-US"/>
            <a:t>Built-in tools</a:t>
          </a:r>
        </a:p>
      </dgm:t>
    </dgm:pt>
    <dgm:pt modelId="{5FD24E4E-98AF-48B8-9463-EB287B158627}" type="parTrans" cxnId="{FBE52E5F-0D9E-4953-9764-65052E9C6360}">
      <dgm:prSet/>
      <dgm:spPr/>
      <dgm:t>
        <a:bodyPr/>
        <a:lstStyle/>
        <a:p>
          <a:endParaRPr lang="en-US"/>
        </a:p>
      </dgm:t>
    </dgm:pt>
    <dgm:pt modelId="{8F94F4F8-DDC8-4B4F-9B0F-40A9C1B45982}" type="sibTrans" cxnId="{FBE52E5F-0D9E-4953-9764-65052E9C6360}">
      <dgm:prSet/>
      <dgm:spPr/>
      <dgm:t>
        <a:bodyPr/>
        <a:lstStyle/>
        <a:p>
          <a:endParaRPr lang="en-US"/>
        </a:p>
      </dgm:t>
    </dgm:pt>
    <dgm:pt modelId="{2CF0D73D-EB8E-4D3B-A492-5E10C28EEE7D}">
      <dgm:prSet/>
      <dgm:spPr/>
      <dgm:t>
        <a:bodyPr/>
        <a:lstStyle/>
        <a:p>
          <a:r>
            <a:rPr lang="en-US"/>
            <a:t>Web Search</a:t>
          </a:r>
        </a:p>
      </dgm:t>
    </dgm:pt>
    <dgm:pt modelId="{65E79065-78D0-4FAE-B6AB-574BC79E5800}" type="parTrans" cxnId="{487D2FD6-A798-4E60-88A0-3DBE045BFBC2}">
      <dgm:prSet/>
      <dgm:spPr/>
      <dgm:t>
        <a:bodyPr/>
        <a:lstStyle/>
        <a:p>
          <a:endParaRPr lang="en-US"/>
        </a:p>
      </dgm:t>
    </dgm:pt>
    <dgm:pt modelId="{F3BA6316-F03F-4E88-A435-0A4C6E386E8A}" type="sibTrans" cxnId="{487D2FD6-A798-4E60-88A0-3DBE045BFBC2}">
      <dgm:prSet/>
      <dgm:spPr/>
      <dgm:t>
        <a:bodyPr/>
        <a:lstStyle/>
        <a:p>
          <a:endParaRPr lang="en-US"/>
        </a:p>
      </dgm:t>
    </dgm:pt>
    <dgm:pt modelId="{01394C4C-F40C-4CBA-8FBE-918BFB9ED9F5}">
      <dgm:prSet/>
      <dgm:spPr/>
      <dgm:t>
        <a:bodyPr/>
        <a:lstStyle/>
        <a:p>
          <a:r>
            <a:rPr lang="en-US"/>
            <a:t>Code Interpreter</a:t>
          </a:r>
        </a:p>
      </dgm:t>
    </dgm:pt>
    <dgm:pt modelId="{577833C3-22F3-4C0C-A581-315B06046DE5}" type="parTrans" cxnId="{ADEAB5C0-1AC8-48F0-9DE7-3FBC6A269CF4}">
      <dgm:prSet/>
      <dgm:spPr/>
      <dgm:t>
        <a:bodyPr/>
        <a:lstStyle/>
        <a:p>
          <a:endParaRPr lang="en-US"/>
        </a:p>
      </dgm:t>
    </dgm:pt>
    <dgm:pt modelId="{E2D4BB39-8A88-480B-9A44-6F94DEB88B12}" type="sibTrans" cxnId="{ADEAB5C0-1AC8-48F0-9DE7-3FBC6A269CF4}">
      <dgm:prSet/>
      <dgm:spPr/>
      <dgm:t>
        <a:bodyPr/>
        <a:lstStyle/>
        <a:p>
          <a:endParaRPr lang="en-US"/>
        </a:p>
      </dgm:t>
    </dgm:pt>
    <dgm:pt modelId="{9C54D436-4D91-4EE2-AC5F-145766696A4C}">
      <dgm:prSet/>
      <dgm:spPr/>
      <dgm:t>
        <a:bodyPr/>
        <a:lstStyle/>
        <a:p>
          <a:r>
            <a:rPr lang="en-US"/>
            <a:t>File Search</a:t>
          </a:r>
        </a:p>
      </dgm:t>
    </dgm:pt>
    <dgm:pt modelId="{FD427F35-394A-49FA-AFDC-29121AE33D74}" type="parTrans" cxnId="{9F73E4EF-B8D5-48CB-934D-753DF6EB0752}">
      <dgm:prSet/>
      <dgm:spPr/>
      <dgm:t>
        <a:bodyPr/>
        <a:lstStyle/>
        <a:p>
          <a:endParaRPr lang="en-US"/>
        </a:p>
      </dgm:t>
    </dgm:pt>
    <dgm:pt modelId="{A1C39BF4-0609-49F1-AED6-48B2F413BDB5}" type="sibTrans" cxnId="{9F73E4EF-B8D5-48CB-934D-753DF6EB0752}">
      <dgm:prSet/>
      <dgm:spPr/>
      <dgm:t>
        <a:bodyPr/>
        <a:lstStyle/>
        <a:p>
          <a:endParaRPr lang="en-US"/>
        </a:p>
      </dgm:t>
    </dgm:pt>
    <dgm:pt modelId="{C8874E38-D418-442E-968F-F59A468E4D1B}">
      <dgm:prSet/>
      <dgm:spPr/>
      <dgm:t>
        <a:bodyPr/>
        <a:lstStyle/>
        <a:p>
          <a:r>
            <a:rPr lang="en-US"/>
            <a:t>Function Calling</a:t>
          </a:r>
        </a:p>
      </dgm:t>
    </dgm:pt>
    <dgm:pt modelId="{423B36C6-9AB5-48D2-9EEF-411C1564ECA3}" type="parTrans" cxnId="{48868B39-B8F1-422E-8950-77DB085088D0}">
      <dgm:prSet/>
      <dgm:spPr/>
      <dgm:t>
        <a:bodyPr/>
        <a:lstStyle/>
        <a:p>
          <a:endParaRPr lang="en-US"/>
        </a:p>
      </dgm:t>
    </dgm:pt>
    <dgm:pt modelId="{D1658969-63FE-4425-8D7F-C900CABD0583}" type="sibTrans" cxnId="{48868B39-B8F1-422E-8950-77DB085088D0}">
      <dgm:prSet/>
      <dgm:spPr/>
      <dgm:t>
        <a:bodyPr/>
        <a:lstStyle/>
        <a:p>
          <a:endParaRPr lang="en-US"/>
        </a:p>
      </dgm:t>
    </dgm:pt>
    <dgm:pt modelId="{C6BA1507-0286-435B-B264-501BE8DE6EB6}">
      <dgm:prSet/>
      <dgm:spPr/>
      <dgm:t>
        <a:bodyPr/>
        <a:lstStyle/>
        <a:p>
          <a:r>
            <a:rPr lang="en-US"/>
            <a:t>Custom tools</a:t>
          </a:r>
        </a:p>
      </dgm:t>
    </dgm:pt>
    <dgm:pt modelId="{758E1F72-DF89-4525-8004-FFE7F89735D6}" type="parTrans" cxnId="{D782B8B9-FAAB-445E-A93B-DFC239DB2350}">
      <dgm:prSet/>
      <dgm:spPr/>
      <dgm:t>
        <a:bodyPr/>
        <a:lstStyle/>
        <a:p>
          <a:endParaRPr lang="en-US"/>
        </a:p>
      </dgm:t>
    </dgm:pt>
    <dgm:pt modelId="{D6BD8549-74DB-4865-AFDE-2F9356BDC7E8}" type="sibTrans" cxnId="{D782B8B9-FAAB-445E-A93B-DFC239DB2350}">
      <dgm:prSet/>
      <dgm:spPr/>
      <dgm:t>
        <a:bodyPr/>
        <a:lstStyle/>
        <a:p>
          <a:endParaRPr lang="en-US"/>
        </a:p>
      </dgm:t>
    </dgm:pt>
    <dgm:pt modelId="{DA0DC197-2061-4108-8ED3-8C788DF8E30C}">
      <dgm:prSet/>
      <dgm:spPr/>
      <dgm:t>
        <a:bodyPr/>
        <a:lstStyle/>
        <a:p>
          <a:r>
            <a:rPr lang="en-US" dirty="0"/>
            <a:t>Model-Context-Protocol (MCP)</a:t>
          </a:r>
        </a:p>
      </dgm:t>
    </dgm:pt>
    <dgm:pt modelId="{EB03A05B-5437-4127-8725-88C1A275DF2F}" type="parTrans" cxnId="{0DADC497-5A0B-4441-AEC7-125BD1E79CA6}">
      <dgm:prSet/>
      <dgm:spPr/>
      <dgm:t>
        <a:bodyPr/>
        <a:lstStyle/>
        <a:p>
          <a:endParaRPr lang="en-US"/>
        </a:p>
      </dgm:t>
    </dgm:pt>
    <dgm:pt modelId="{7255B2F7-F989-4838-82B4-B52EC74EE80F}" type="sibTrans" cxnId="{0DADC497-5A0B-4441-AEC7-125BD1E79CA6}">
      <dgm:prSet/>
      <dgm:spPr/>
      <dgm:t>
        <a:bodyPr/>
        <a:lstStyle/>
        <a:p>
          <a:endParaRPr lang="en-US"/>
        </a:p>
      </dgm:t>
    </dgm:pt>
    <dgm:pt modelId="{E4EA0DD4-BBF5-4C1A-A852-113D0DD25141}">
      <dgm:prSet/>
      <dgm:spPr/>
      <dgm:t>
        <a:bodyPr/>
        <a:lstStyle/>
        <a:p>
          <a:r>
            <a:rPr lang="en-US"/>
            <a:t>Agent2Agent (A2A)</a:t>
          </a:r>
        </a:p>
      </dgm:t>
    </dgm:pt>
    <dgm:pt modelId="{EB1623D7-6FFC-4E7D-980B-2F3F4E2D65A2}" type="parTrans" cxnId="{0CA89A8F-1432-4763-95B0-A55019A94CAE}">
      <dgm:prSet/>
      <dgm:spPr/>
      <dgm:t>
        <a:bodyPr/>
        <a:lstStyle/>
        <a:p>
          <a:endParaRPr lang="en-US"/>
        </a:p>
      </dgm:t>
    </dgm:pt>
    <dgm:pt modelId="{EABF4746-A2CA-44D8-A377-21B329DD54ED}" type="sibTrans" cxnId="{0CA89A8F-1432-4763-95B0-A55019A94CAE}">
      <dgm:prSet/>
      <dgm:spPr/>
      <dgm:t>
        <a:bodyPr/>
        <a:lstStyle/>
        <a:p>
          <a:endParaRPr lang="en-US"/>
        </a:p>
      </dgm:t>
    </dgm:pt>
    <dgm:pt modelId="{F82A6CFB-63F7-44AB-A962-7ED6513AAF5E}">
      <dgm:prSet/>
      <dgm:spPr/>
      <dgm:t>
        <a:bodyPr/>
        <a:lstStyle/>
        <a:p>
          <a:r>
            <a:rPr lang="en-US"/>
            <a:t>OpenAPI</a:t>
          </a:r>
        </a:p>
      </dgm:t>
    </dgm:pt>
    <dgm:pt modelId="{465D5DE3-4208-4D8B-818A-6C063A56DA6A}" type="parTrans" cxnId="{5D629653-A48D-4724-BC1B-DBE7ADCCE257}">
      <dgm:prSet/>
      <dgm:spPr/>
      <dgm:t>
        <a:bodyPr/>
        <a:lstStyle/>
        <a:p>
          <a:endParaRPr lang="en-US"/>
        </a:p>
      </dgm:t>
    </dgm:pt>
    <dgm:pt modelId="{DAE731F6-49FD-4921-80E7-44756B4A0EAF}" type="sibTrans" cxnId="{5D629653-A48D-4724-BC1B-DBE7ADCCE257}">
      <dgm:prSet/>
      <dgm:spPr/>
      <dgm:t>
        <a:bodyPr/>
        <a:lstStyle/>
        <a:p>
          <a:endParaRPr lang="en-US"/>
        </a:p>
      </dgm:t>
    </dgm:pt>
    <dgm:pt modelId="{FB0E1AFE-39CD-4A6D-89CF-08807590A0A8}" type="pres">
      <dgm:prSet presAssocID="{F894AD70-7B2F-46E8-A021-E01D4CB14205}" presName="linear" presStyleCnt="0">
        <dgm:presLayoutVars>
          <dgm:animLvl val="lvl"/>
          <dgm:resizeHandles val="exact"/>
        </dgm:presLayoutVars>
      </dgm:prSet>
      <dgm:spPr/>
    </dgm:pt>
    <dgm:pt modelId="{CABB268F-BC26-4774-9CD6-8D360175E39D}" type="pres">
      <dgm:prSet presAssocID="{7D0DF2E0-8511-45B7-8700-B1C05F330F8F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EAE2847-B7B8-4311-8362-1459F963CCBD}" type="pres">
      <dgm:prSet presAssocID="{7D0DF2E0-8511-45B7-8700-B1C05F330F8F}" presName="childText" presStyleLbl="revTx" presStyleIdx="0" presStyleCnt="2">
        <dgm:presLayoutVars>
          <dgm:bulletEnabled val="1"/>
        </dgm:presLayoutVars>
      </dgm:prSet>
      <dgm:spPr/>
    </dgm:pt>
    <dgm:pt modelId="{18513740-5404-4CD4-8A1A-A78D3C93D252}" type="pres">
      <dgm:prSet presAssocID="{C6BA1507-0286-435B-B264-501BE8DE6EB6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C52E5400-3B40-4E6F-B8FF-FC8AC68A5AB1}" type="pres">
      <dgm:prSet presAssocID="{C6BA1507-0286-435B-B264-501BE8DE6EB6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D4BD6424-F85C-460C-AD9E-849CEA65F9CE}" type="presOf" srcId="{7D0DF2E0-8511-45B7-8700-B1C05F330F8F}" destId="{CABB268F-BC26-4774-9CD6-8D360175E39D}" srcOrd="0" destOrd="0" presId="urn:microsoft.com/office/officeart/2005/8/layout/vList2"/>
    <dgm:cxn modelId="{48868B39-B8F1-422E-8950-77DB085088D0}" srcId="{7D0DF2E0-8511-45B7-8700-B1C05F330F8F}" destId="{C8874E38-D418-442E-968F-F59A468E4D1B}" srcOrd="3" destOrd="0" parTransId="{423B36C6-9AB5-48D2-9EEF-411C1564ECA3}" sibTransId="{D1658969-63FE-4425-8D7F-C900CABD0583}"/>
    <dgm:cxn modelId="{463C564F-CFC0-4869-A7E0-68B171ADC7E7}" type="presOf" srcId="{F82A6CFB-63F7-44AB-A962-7ED6513AAF5E}" destId="{C52E5400-3B40-4E6F-B8FF-FC8AC68A5AB1}" srcOrd="0" destOrd="2" presId="urn:microsoft.com/office/officeart/2005/8/layout/vList2"/>
    <dgm:cxn modelId="{5D629653-A48D-4724-BC1B-DBE7ADCCE257}" srcId="{C6BA1507-0286-435B-B264-501BE8DE6EB6}" destId="{F82A6CFB-63F7-44AB-A962-7ED6513AAF5E}" srcOrd="2" destOrd="0" parTransId="{465D5DE3-4208-4D8B-818A-6C063A56DA6A}" sibTransId="{DAE731F6-49FD-4921-80E7-44756B4A0EAF}"/>
    <dgm:cxn modelId="{FBE52E5F-0D9E-4953-9764-65052E9C6360}" srcId="{F894AD70-7B2F-46E8-A021-E01D4CB14205}" destId="{7D0DF2E0-8511-45B7-8700-B1C05F330F8F}" srcOrd="0" destOrd="0" parTransId="{5FD24E4E-98AF-48B8-9463-EB287B158627}" sibTransId="{8F94F4F8-DDC8-4B4F-9B0F-40A9C1B45982}"/>
    <dgm:cxn modelId="{47C90B61-17C2-4003-A8A2-AFBAD7533C10}" type="presOf" srcId="{C6BA1507-0286-435B-B264-501BE8DE6EB6}" destId="{18513740-5404-4CD4-8A1A-A78D3C93D252}" srcOrd="0" destOrd="0" presId="urn:microsoft.com/office/officeart/2005/8/layout/vList2"/>
    <dgm:cxn modelId="{7FF98A71-4B5D-4434-A6EA-3B21FD961F14}" type="presOf" srcId="{01394C4C-F40C-4CBA-8FBE-918BFB9ED9F5}" destId="{4EAE2847-B7B8-4311-8362-1459F963CCBD}" srcOrd="0" destOrd="1" presId="urn:microsoft.com/office/officeart/2005/8/layout/vList2"/>
    <dgm:cxn modelId="{0CA89A8F-1432-4763-95B0-A55019A94CAE}" srcId="{C6BA1507-0286-435B-B264-501BE8DE6EB6}" destId="{E4EA0DD4-BBF5-4C1A-A852-113D0DD25141}" srcOrd="1" destOrd="0" parTransId="{EB1623D7-6FFC-4E7D-980B-2F3F4E2D65A2}" sibTransId="{EABF4746-A2CA-44D8-A377-21B329DD54ED}"/>
    <dgm:cxn modelId="{0DADC497-5A0B-4441-AEC7-125BD1E79CA6}" srcId="{C6BA1507-0286-435B-B264-501BE8DE6EB6}" destId="{DA0DC197-2061-4108-8ED3-8C788DF8E30C}" srcOrd="0" destOrd="0" parTransId="{EB03A05B-5437-4127-8725-88C1A275DF2F}" sibTransId="{7255B2F7-F989-4838-82B4-B52EC74EE80F}"/>
    <dgm:cxn modelId="{2761C4B1-CB17-40F9-A31F-0F6FBD405110}" type="presOf" srcId="{E4EA0DD4-BBF5-4C1A-A852-113D0DD25141}" destId="{C52E5400-3B40-4E6F-B8FF-FC8AC68A5AB1}" srcOrd="0" destOrd="1" presId="urn:microsoft.com/office/officeart/2005/8/layout/vList2"/>
    <dgm:cxn modelId="{D782B8B9-FAAB-445E-A93B-DFC239DB2350}" srcId="{F894AD70-7B2F-46E8-A021-E01D4CB14205}" destId="{C6BA1507-0286-435B-B264-501BE8DE6EB6}" srcOrd="1" destOrd="0" parTransId="{758E1F72-DF89-4525-8004-FFE7F89735D6}" sibTransId="{D6BD8549-74DB-4865-AFDE-2F9356BDC7E8}"/>
    <dgm:cxn modelId="{8EAE0FBF-DC0E-45B9-BBCC-6FE865AA3030}" type="presOf" srcId="{9C54D436-4D91-4EE2-AC5F-145766696A4C}" destId="{4EAE2847-B7B8-4311-8362-1459F963CCBD}" srcOrd="0" destOrd="2" presId="urn:microsoft.com/office/officeart/2005/8/layout/vList2"/>
    <dgm:cxn modelId="{ADEAB5C0-1AC8-48F0-9DE7-3FBC6A269CF4}" srcId="{7D0DF2E0-8511-45B7-8700-B1C05F330F8F}" destId="{01394C4C-F40C-4CBA-8FBE-918BFB9ED9F5}" srcOrd="1" destOrd="0" parTransId="{577833C3-22F3-4C0C-A581-315B06046DE5}" sibTransId="{E2D4BB39-8A88-480B-9A44-6F94DEB88B12}"/>
    <dgm:cxn modelId="{BE954FCA-078D-4530-BA4D-3E9E13B9D00C}" type="presOf" srcId="{DA0DC197-2061-4108-8ED3-8C788DF8E30C}" destId="{C52E5400-3B40-4E6F-B8FF-FC8AC68A5AB1}" srcOrd="0" destOrd="0" presId="urn:microsoft.com/office/officeart/2005/8/layout/vList2"/>
    <dgm:cxn modelId="{7AF88BCC-E984-4AA0-8E9B-71632A0A15AE}" type="presOf" srcId="{C8874E38-D418-442E-968F-F59A468E4D1B}" destId="{4EAE2847-B7B8-4311-8362-1459F963CCBD}" srcOrd="0" destOrd="3" presId="urn:microsoft.com/office/officeart/2005/8/layout/vList2"/>
    <dgm:cxn modelId="{4EC5FAD5-EE64-4787-A591-C0860969659A}" type="presOf" srcId="{F894AD70-7B2F-46E8-A021-E01D4CB14205}" destId="{FB0E1AFE-39CD-4A6D-89CF-08807590A0A8}" srcOrd="0" destOrd="0" presId="urn:microsoft.com/office/officeart/2005/8/layout/vList2"/>
    <dgm:cxn modelId="{487D2FD6-A798-4E60-88A0-3DBE045BFBC2}" srcId="{7D0DF2E0-8511-45B7-8700-B1C05F330F8F}" destId="{2CF0D73D-EB8E-4D3B-A492-5E10C28EEE7D}" srcOrd="0" destOrd="0" parTransId="{65E79065-78D0-4FAE-B6AB-574BC79E5800}" sibTransId="{F3BA6316-F03F-4E88-A435-0A4C6E386E8A}"/>
    <dgm:cxn modelId="{13620BEC-4730-4055-B6E1-1DAA61E8F41B}" type="presOf" srcId="{2CF0D73D-EB8E-4D3B-A492-5E10C28EEE7D}" destId="{4EAE2847-B7B8-4311-8362-1459F963CCBD}" srcOrd="0" destOrd="0" presId="urn:microsoft.com/office/officeart/2005/8/layout/vList2"/>
    <dgm:cxn modelId="{9F73E4EF-B8D5-48CB-934D-753DF6EB0752}" srcId="{7D0DF2E0-8511-45B7-8700-B1C05F330F8F}" destId="{9C54D436-4D91-4EE2-AC5F-145766696A4C}" srcOrd="2" destOrd="0" parTransId="{FD427F35-394A-49FA-AFDC-29121AE33D74}" sibTransId="{A1C39BF4-0609-49F1-AED6-48B2F413BDB5}"/>
    <dgm:cxn modelId="{1257C3D0-82FA-4D15-A9C6-FAD18E6113BC}" type="presParOf" srcId="{FB0E1AFE-39CD-4A6D-89CF-08807590A0A8}" destId="{CABB268F-BC26-4774-9CD6-8D360175E39D}" srcOrd="0" destOrd="0" presId="urn:microsoft.com/office/officeart/2005/8/layout/vList2"/>
    <dgm:cxn modelId="{137802C5-70B5-4965-A88A-0BCB742AF618}" type="presParOf" srcId="{FB0E1AFE-39CD-4A6D-89CF-08807590A0A8}" destId="{4EAE2847-B7B8-4311-8362-1459F963CCBD}" srcOrd="1" destOrd="0" presId="urn:microsoft.com/office/officeart/2005/8/layout/vList2"/>
    <dgm:cxn modelId="{A1D84CC7-9976-4DAA-AF49-C44D60FAF40E}" type="presParOf" srcId="{FB0E1AFE-39CD-4A6D-89CF-08807590A0A8}" destId="{18513740-5404-4CD4-8A1A-A78D3C93D252}" srcOrd="2" destOrd="0" presId="urn:microsoft.com/office/officeart/2005/8/layout/vList2"/>
    <dgm:cxn modelId="{D9196812-DF05-4002-8AD5-C7421567ECFC}" type="presParOf" srcId="{FB0E1AFE-39CD-4A6D-89CF-08807590A0A8}" destId="{C52E5400-3B40-4E6F-B8FF-FC8AC68A5AB1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C53365D-697A-4DA8-8F37-16356B008C35}" type="doc">
      <dgm:prSet loTypeId="urn:microsoft.com/office/officeart/2005/8/layout/chevron2" loCatId="process" qsTypeId="urn:microsoft.com/office/officeart/2005/8/quickstyle/simple1#6" qsCatId="simple" csTypeId="urn:microsoft.com/office/officeart/2005/8/colors/colorful1#1" csCatId="colorful"/>
      <dgm:spPr/>
      <dgm:t>
        <a:bodyPr/>
        <a:lstStyle/>
        <a:p>
          <a:endParaRPr lang="en-US"/>
        </a:p>
      </dgm:t>
    </dgm:pt>
    <dgm:pt modelId="{D56D0425-7334-422E-818D-12220A7DDF64}">
      <dgm:prSet/>
      <dgm:spPr/>
      <dgm:t>
        <a:bodyPr/>
        <a:lstStyle/>
        <a:p>
          <a:r>
            <a:rPr lang="en-US"/>
            <a:t>Build</a:t>
          </a:r>
        </a:p>
      </dgm:t>
    </dgm:pt>
    <dgm:pt modelId="{6304A7D2-4008-4817-A1AF-30F416EE3C12}" type="parTrans" cxnId="{2C591AFE-9A83-4254-AFC1-2FA950A61B80}">
      <dgm:prSet/>
      <dgm:spPr/>
      <dgm:t>
        <a:bodyPr/>
        <a:lstStyle/>
        <a:p>
          <a:endParaRPr lang="en-US"/>
        </a:p>
      </dgm:t>
    </dgm:pt>
    <dgm:pt modelId="{627AA82E-18E9-4060-9777-08D79E03F8C6}" type="sibTrans" cxnId="{2C591AFE-9A83-4254-AFC1-2FA950A61B80}">
      <dgm:prSet/>
      <dgm:spPr/>
      <dgm:t>
        <a:bodyPr/>
        <a:lstStyle/>
        <a:p>
          <a:endParaRPr lang="en-US"/>
        </a:p>
      </dgm:t>
    </dgm:pt>
    <dgm:pt modelId="{D4DF20EC-55D2-401F-A585-4194AE2A9A37}">
      <dgm:prSet/>
      <dgm:spPr/>
      <dgm:t>
        <a:bodyPr/>
        <a:lstStyle/>
        <a:p>
          <a:r>
            <a:rPr lang="en-US"/>
            <a:t>Select, configure and deploy tools in a toolbox</a:t>
          </a:r>
        </a:p>
      </dgm:t>
    </dgm:pt>
    <dgm:pt modelId="{4C19FEAA-F71B-47BF-BFC1-892A77671BE9}" type="parTrans" cxnId="{38FC319F-2979-4231-91E7-86281CFC719B}">
      <dgm:prSet/>
      <dgm:spPr/>
      <dgm:t>
        <a:bodyPr/>
        <a:lstStyle/>
        <a:p>
          <a:endParaRPr lang="en-US"/>
        </a:p>
      </dgm:t>
    </dgm:pt>
    <dgm:pt modelId="{A62AB29B-3A60-47DA-889B-4E1FC0E86960}" type="sibTrans" cxnId="{38FC319F-2979-4231-91E7-86281CFC719B}">
      <dgm:prSet/>
      <dgm:spPr/>
      <dgm:t>
        <a:bodyPr/>
        <a:lstStyle/>
        <a:p>
          <a:endParaRPr lang="en-US"/>
        </a:p>
      </dgm:t>
    </dgm:pt>
    <dgm:pt modelId="{84D1EFA4-BBA9-4CDA-9A73-4CE1723C6C09}">
      <dgm:prSet/>
      <dgm:spPr/>
      <dgm:t>
        <a:bodyPr/>
        <a:lstStyle/>
        <a:p>
          <a:r>
            <a:rPr lang="en-US"/>
            <a:t>Build once, reuse across agents</a:t>
          </a:r>
        </a:p>
      </dgm:t>
    </dgm:pt>
    <dgm:pt modelId="{633DA8D5-1B25-461E-963F-51938E72A868}" type="parTrans" cxnId="{9463048C-CF81-4FB3-A3CF-36C4B09DAC34}">
      <dgm:prSet/>
      <dgm:spPr/>
      <dgm:t>
        <a:bodyPr/>
        <a:lstStyle/>
        <a:p>
          <a:endParaRPr lang="en-US"/>
        </a:p>
      </dgm:t>
    </dgm:pt>
    <dgm:pt modelId="{6B433BBF-EF65-4FFE-96D0-70DD3FFED4F3}" type="sibTrans" cxnId="{9463048C-CF81-4FB3-A3CF-36C4B09DAC34}">
      <dgm:prSet/>
      <dgm:spPr/>
      <dgm:t>
        <a:bodyPr/>
        <a:lstStyle/>
        <a:p>
          <a:endParaRPr lang="en-US"/>
        </a:p>
      </dgm:t>
    </dgm:pt>
    <dgm:pt modelId="{9BC12BD8-FE4F-4DC5-BA23-72A118631B18}">
      <dgm:prSet/>
      <dgm:spPr/>
      <dgm:t>
        <a:bodyPr/>
        <a:lstStyle/>
        <a:p>
          <a:r>
            <a:rPr lang="en-US"/>
            <a:t>Consume</a:t>
          </a:r>
        </a:p>
      </dgm:t>
    </dgm:pt>
    <dgm:pt modelId="{5FCA93B1-232C-4712-84E0-6D7FCA9752F2}" type="parTrans" cxnId="{D2E586A9-726D-4D47-92FF-018F77EAB780}">
      <dgm:prSet/>
      <dgm:spPr/>
      <dgm:t>
        <a:bodyPr/>
        <a:lstStyle/>
        <a:p>
          <a:endParaRPr lang="en-US"/>
        </a:p>
      </dgm:t>
    </dgm:pt>
    <dgm:pt modelId="{71F76FB1-9647-428B-95B4-109ABF005D7E}" type="sibTrans" cxnId="{D2E586A9-726D-4D47-92FF-018F77EAB780}">
      <dgm:prSet/>
      <dgm:spPr/>
      <dgm:t>
        <a:bodyPr/>
        <a:lstStyle/>
        <a:p>
          <a:endParaRPr lang="en-US"/>
        </a:p>
      </dgm:t>
    </dgm:pt>
    <dgm:pt modelId="{01388617-42D2-4D49-85D0-4D4C15B7E6D9}">
      <dgm:prSet/>
      <dgm:spPr/>
      <dgm:t>
        <a:bodyPr/>
        <a:lstStyle/>
        <a:p>
          <a:r>
            <a:rPr lang="en-US"/>
            <a:t>Connect your agent to an MCP endpoint</a:t>
          </a:r>
        </a:p>
      </dgm:t>
    </dgm:pt>
    <dgm:pt modelId="{7011C417-B4E5-4194-8CFE-061FF418E939}" type="parTrans" cxnId="{9A98C462-C36F-461C-90A6-BB00C4337559}">
      <dgm:prSet/>
      <dgm:spPr/>
      <dgm:t>
        <a:bodyPr/>
        <a:lstStyle/>
        <a:p>
          <a:endParaRPr lang="en-US"/>
        </a:p>
      </dgm:t>
    </dgm:pt>
    <dgm:pt modelId="{6D864CBF-2538-4799-BC0C-3D2D9C426CE8}" type="sibTrans" cxnId="{9A98C462-C36F-461C-90A6-BB00C4337559}">
      <dgm:prSet/>
      <dgm:spPr/>
      <dgm:t>
        <a:bodyPr/>
        <a:lstStyle/>
        <a:p>
          <a:endParaRPr lang="en-US"/>
        </a:p>
      </dgm:t>
    </dgm:pt>
    <dgm:pt modelId="{6889CC25-FF8B-41C9-B27E-71FD73166686}">
      <dgm:prSet/>
      <dgm:spPr/>
      <dgm:t>
        <a:bodyPr/>
        <a:lstStyle/>
        <a:p>
          <a:r>
            <a:rPr lang="en-US"/>
            <a:t>Access all tools in the toolbox</a:t>
          </a:r>
        </a:p>
      </dgm:t>
    </dgm:pt>
    <dgm:pt modelId="{A05A695B-4807-4055-8524-6ECF69E1D135}" type="parTrans" cxnId="{5579BBA2-04A5-401B-8D8F-28B15CE7896A}">
      <dgm:prSet/>
      <dgm:spPr/>
      <dgm:t>
        <a:bodyPr/>
        <a:lstStyle/>
        <a:p>
          <a:endParaRPr lang="en-US"/>
        </a:p>
      </dgm:t>
    </dgm:pt>
    <dgm:pt modelId="{ECD80502-B819-4008-9066-A44798B79FDB}" type="sibTrans" cxnId="{5579BBA2-04A5-401B-8D8F-28B15CE7896A}">
      <dgm:prSet/>
      <dgm:spPr/>
      <dgm:t>
        <a:bodyPr/>
        <a:lstStyle/>
        <a:p>
          <a:endParaRPr lang="en-US"/>
        </a:p>
      </dgm:t>
    </dgm:pt>
    <dgm:pt modelId="{066908ED-8385-4F38-B2C3-90B796E8CC66}" type="pres">
      <dgm:prSet presAssocID="{7C53365D-697A-4DA8-8F37-16356B008C35}" presName="linearFlow" presStyleCnt="0">
        <dgm:presLayoutVars>
          <dgm:dir/>
          <dgm:animLvl val="lvl"/>
          <dgm:resizeHandles val="exact"/>
        </dgm:presLayoutVars>
      </dgm:prSet>
      <dgm:spPr/>
    </dgm:pt>
    <dgm:pt modelId="{26D0F84A-B422-43FA-925F-4562DDF5148F}" type="pres">
      <dgm:prSet presAssocID="{D56D0425-7334-422E-818D-12220A7DDF64}" presName="composite" presStyleCnt="0"/>
      <dgm:spPr/>
    </dgm:pt>
    <dgm:pt modelId="{310A86E9-7E7D-4DA3-B929-30958D6EA392}" type="pres">
      <dgm:prSet presAssocID="{D56D0425-7334-422E-818D-12220A7DDF64}" presName="parentText" presStyleLbl="alignNode1" presStyleIdx="0" presStyleCnt="2">
        <dgm:presLayoutVars>
          <dgm:chMax val="1"/>
          <dgm:bulletEnabled val="1"/>
        </dgm:presLayoutVars>
      </dgm:prSet>
      <dgm:spPr/>
    </dgm:pt>
    <dgm:pt modelId="{306A0D92-A57C-4DDA-A17E-E98C32C4FDAB}" type="pres">
      <dgm:prSet presAssocID="{D56D0425-7334-422E-818D-12220A7DDF64}" presName="descendantText" presStyleLbl="alignAcc1" presStyleIdx="0" presStyleCnt="2">
        <dgm:presLayoutVars>
          <dgm:bulletEnabled val="1"/>
        </dgm:presLayoutVars>
      </dgm:prSet>
      <dgm:spPr/>
    </dgm:pt>
    <dgm:pt modelId="{41B5CDE6-2D39-4BA2-B66D-1CCB281B105E}" type="pres">
      <dgm:prSet presAssocID="{627AA82E-18E9-4060-9777-08D79E03F8C6}" presName="sp" presStyleCnt="0"/>
      <dgm:spPr/>
    </dgm:pt>
    <dgm:pt modelId="{A0633ECC-77D7-42CB-B4D9-ED70AD8AFE9A}" type="pres">
      <dgm:prSet presAssocID="{9BC12BD8-FE4F-4DC5-BA23-72A118631B18}" presName="composite" presStyleCnt="0"/>
      <dgm:spPr/>
    </dgm:pt>
    <dgm:pt modelId="{5C0CC2D4-5830-443A-B59F-7E3F5299EF1C}" type="pres">
      <dgm:prSet presAssocID="{9BC12BD8-FE4F-4DC5-BA23-72A118631B18}" presName="parentText" presStyleLbl="alignNode1" presStyleIdx="1" presStyleCnt="2">
        <dgm:presLayoutVars>
          <dgm:chMax val="1"/>
          <dgm:bulletEnabled val="1"/>
        </dgm:presLayoutVars>
      </dgm:prSet>
      <dgm:spPr/>
    </dgm:pt>
    <dgm:pt modelId="{98DAB52B-DE50-445E-928B-E146DED44FA9}" type="pres">
      <dgm:prSet presAssocID="{9BC12BD8-FE4F-4DC5-BA23-72A118631B18}" presName="descendantText" presStyleLbl="alignAcc1" presStyleIdx="1" presStyleCnt="2">
        <dgm:presLayoutVars>
          <dgm:bulletEnabled val="1"/>
        </dgm:presLayoutVars>
      </dgm:prSet>
      <dgm:spPr/>
    </dgm:pt>
  </dgm:ptLst>
  <dgm:cxnLst>
    <dgm:cxn modelId="{F54B7A21-8227-4735-9103-756F4755DC33}" type="presOf" srcId="{01388617-42D2-4D49-85D0-4D4C15B7E6D9}" destId="{98DAB52B-DE50-445E-928B-E146DED44FA9}" srcOrd="0" destOrd="0" presId="urn:microsoft.com/office/officeart/2005/8/layout/chevron2"/>
    <dgm:cxn modelId="{C88FC750-5FE6-400C-82F1-F5418B182A02}" type="presOf" srcId="{9BC12BD8-FE4F-4DC5-BA23-72A118631B18}" destId="{5C0CC2D4-5830-443A-B59F-7E3F5299EF1C}" srcOrd="0" destOrd="0" presId="urn:microsoft.com/office/officeart/2005/8/layout/chevron2"/>
    <dgm:cxn modelId="{5ACD575B-B66D-47F1-B088-C06E178C9CA2}" type="presOf" srcId="{6889CC25-FF8B-41C9-B27E-71FD73166686}" destId="{98DAB52B-DE50-445E-928B-E146DED44FA9}" srcOrd="0" destOrd="1" presId="urn:microsoft.com/office/officeart/2005/8/layout/chevron2"/>
    <dgm:cxn modelId="{9A98C462-C36F-461C-90A6-BB00C4337559}" srcId="{9BC12BD8-FE4F-4DC5-BA23-72A118631B18}" destId="{01388617-42D2-4D49-85D0-4D4C15B7E6D9}" srcOrd="0" destOrd="0" parTransId="{7011C417-B4E5-4194-8CFE-061FF418E939}" sibTransId="{6D864CBF-2538-4799-BC0C-3D2D9C426CE8}"/>
    <dgm:cxn modelId="{42EF238A-444E-4A8B-AB32-F6F75B2DFB4C}" type="presOf" srcId="{D56D0425-7334-422E-818D-12220A7DDF64}" destId="{310A86E9-7E7D-4DA3-B929-30958D6EA392}" srcOrd="0" destOrd="0" presId="urn:microsoft.com/office/officeart/2005/8/layout/chevron2"/>
    <dgm:cxn modelId="{9463048C-CF81-4FB3-A3CF-36C4B09DAC34}" srcId="{D56D0425-7334-422E-818D-12220A7DDF64}" destId="{84D1EFA4-BBA9-4CDA-9A73-4CE1723C6C09}" srcOrd="1" destOrd="0" parTransId="{633DA8D5-1B25-461E-963F-51938E72A868}" sibTransId="{6B433BBF-EF65-4FFE-96D0-70DD3FFED4F3}"/>
    <dgm:cxn modelId="{2066128D-4E19-4B88-BDB1-E99300EC9652}" type="presOf" srcId="{7C53365D-697A-4DA8-8F37-16356B008C35}" destId="{066908ED-8385-4F38-B2C3-90B796E8CC66}" srcOrd="0" destOrd="0" presId="urn:microsoft.com/office/officeart/2005/8/layout/chevron2"/>
    <dgm:cxn modelId="{2672A99A-E085-4C7F-96A8-4D459FC09690}" type="presOf" srcId="{D4DF20EC-55D2-401F-A585-4194AE2A9A37}" destId="{306A0D92-A57C-4DDA-A17E-E98C32C4FDAB}" srcOrd="0" destOrd="0" presId="urn:microsoft.com/office/officeart/2005/8/layout/chevron2"/>
    <dgm:cxn modelId="{38FC319F-2979-4231-91E7-86281CFC719B}" srcId="{D56D0425-7334-422E-818D-12220A7DDF64}" destId="{D4DF20EC-55D2-401F-A585-4194AE2A9A37}" srcOrd="0" destOrd="0" parTransId="{4C19FEAA-F71B-47BF-BFC1-892A77671BE9}" sibTransId="{A62AB29B-3A60-47DA-889B-4E1FC0E86960}"/>
    <dgm:cxn modelId="{5579BBA2-04A5-401B-8D8F-28B15CE7896A}" srcId="{9BC12BD8-FE4F-4DC5-BA23-72A118631B18}" destId="{6889CC25-FF8B-41C9-B27E-71FD73166686}" srcOrd="1" destOrd="0" parTransId="{A05A695B-4807-4055-8524-6ECF69E1D135}" sibTransId="{ECD80502-B819-4008-9066-A44798B79FDB}"/>
    <dgm:cxn modelId="{D2E586A9-726D-4D47-92FF-018F77EAB780}" srcId="{7C53365D-697A-4DA8-8F37-16356B008C35}" destId="{9BC12BD8-FE4F-4DC5-BA23-72A118631B18}" srcOrd="1" destOrd="0" parTransId="{5FCA93B1-232C-4712-84E0-6D7FCA9752F2}" sibTransId="{71F76FB1-9647-428B-95B4-109ABF005D7E}"/>
    <dgm:cxn modelId="{7391C0C9-9AA0-4BD2-A0D8-52274C425DD9}" type="presOf" srcId="{84D1EFA4-BBA9-4CDA-9A73-4CE1723C6C09}" destId="{306A0D92-A57C-4DDA-A17E-E98C32C4FDAB}" srcOrd="0" destOrd="1" presId="urn:microsoft.com/office/officeart/2005/8/layout/chevron2"/>
    <dgm:cxn modelId="{2C591AFE-9A83-4254-AFC1-2FA950A61B80}" srcId="{7C53365D-697A-4DA8-8F37-16356B008C35}" destId="{D56D0425-7334-422E-818D-12220A7DDF64}" srcOrd="0" destOrd="0" parTransId="{6304A7D2-4008-4817-A1AF-30F416EE3C12}" sibTransId="{627AA82E-18E9-4060-9777-08D79E03F8C6}"/>
    <dgm:cxn modelId="{D761DDA3-9BC4-4900-A7E6-8A39A1B57C55}" type="presParOf" srcId="{066908ED-8385-4F38-B2C3-90B796E8CC66}" destId="{26D0F84A-B422-43FA-925F-4562DDF5148F}" srcOrd="0" destOrd="0" presId="urn:microsoft.com/office/officeart/2005/8/layout/chevron2"/>
    <dgm:cxn modelId="{06D7BEDB-5E41-4547-BEFA-54DA4B30B84A}" type="presParOf" srcId="{26D0F84A-B422-43FA-925F-4562DDF5148F}" destId="{310A86E9-7E7D-4DA3-B929-30958D6EA392}" srcOrd="0" destOrd="0" presId="urn:microsoft.com/office/officeart/2005/8/layout/chevron2"/>
    <dgm:cxn modelId="{2949C097-875C-4884-B82B-7285626F5525}" type="presParOf" srcId="{26D0F84A-B422-43FA-925F-4562DDF5148F}" destId="{306A0D92-A57C-4DDA-A17E-E98C32C4FDAB}" srcOrd="1" destOrd="0" presId="urn:microsoft.com/office/officeart/2005/8/layout/chevron2"/>
    <dgm:cxn modelId="{5F719823-E256-4B3A-AED8-89D4725187A2}" type="presParOf" srcId="{066908ED-8385-4F38-B2C3-90B796E8CC66}" destId="{41B5CDE6-2D39-4BA2-B66D-1CCB281B105E}" srcOrd="1" destOrd="0" presId="urn:microsoft.com/office/officeart/2005/8/layout/chevron2"/>
    <dgm:cxn modelId="{FFB34484-5B0B-4452-A11C-6B3CED09D54C}" type="presParOf" srcId="{066908ED-8385-4F38-B2C3-90B796E8CC66}" destId="{A0633ECC-77D7-42CB-B4D9-ED70AD8AFE9A}" srcOrd="2" destOrd="0" presId="urn:microsoft.com/office/officeart/2005/8/layout/chevron2"/>
    <dgm:cxn modelId="{EF50CE55-25CF-40F1-BEDB-E60B5C1715A4}" type="presParOf" srcId="{A0633ECC-77D7-42CB-B4D9-ED70AD8AFE9A}" destId="{5C0CC2D4-5830-443A-B59F-7E3F5299EF1C}" srcOrd="0" destOrd="0" presId="urn:microsoft.com/office/officeart/2005/8/layout/chevron2"/>
    <dgm:cxn modelId="{FDC68D16-F121-46DC-8D4E-E3A9370B032D}" type="presParOf" srcId="{A0633ECC-77D7-42CB-B4D9-ED70AD8AFE9A}" destId="{98DAB52B-DE50-445E-928B-E146DED44FA9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6E89251-FF12-4A04-8FCE-0717B49366F4}" type="doc">
      <dgm:prSet loTypeId="urn:microsoft.com/office/officeart/2018/2/layout/IconLabelList" loCatId="icon" qsTypeId="urn:microsoft.com/office/officeart/2005/8/quickstyle/simple1#7" qsCatId="simple" csTypeId="urn:microsoft.com/office/officeart/2005/8/colors/accent1_2#3" csCatId="accent1" phldr="1"/>
      <dgm:spPr/>
      <dgm:t>
        <a:bodyPr/>
        <a:lstStyle/>
        <a:p>
          <a:endParaRPr lang="en-US"/>
        </a:p>
      </dgm:t>
    </dgm:pt>
    <dgm:pt modelId="{7C8429ED-D30F-45F9-9DCB-D8A4577095A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Foundry docs on Microsoft Learn</a:t>
          </a:r>
        </a:p>
      </dgm:t>
    </dgm:pt>
    <dgm:pt modelId="{4F7BA915-0DF4-4282-8909-8DC0C3B0904E}" type="parTrans" cxnId="{52D506C3-4E69-41AB-9314-FEAA3FFE19A4}">
      <dgm:prSet/>
      <dgm:spPr/>
      <dgm:t>
        <a:bodyPr/>
        <a:lstStyle/>
        <a:p>
          <a:endParaRPr lang="en-US"/>
        </a:p>
      </dgm:t>
    </dgm:pt>
    <dgm:pt modelId="{54FBCFC2-9E36-4D2F-8967-6B0B32B468F9}" type="sibTrans" cxnId="{52D506C3-4E69-41AB-9314-FEAA3FFE19A4}">
      <dgm:prSet/>
      <dgm:spPr/>
      <dgm:t>
        <a:bodyPr/>
        <a:lstStyle/>
        <a:p>
          <a:endParaRPr lang="en-US"/>
        </a:p>
      </dgm:t>
    </dgm:pt>
    <dgm:pt modelId="{10ABDE65-C477-4997-83EB-CAE6635849F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Agent Services docs</a:t>
          </a:r>
        </a:p>
      </dgm:t>
    </dgm:pt>
    <dgm:pt modelId="{5AF00314-CCD1-4107-8264-65EE97A95FAE}" type="parTrans" cxnId="{269D3373-3C8F-475B-84FA-C76233880F3F}">
      <dgm:prSet/>
      <dgm:spPr/>
      <dgm:t>
        <a:bodyPr/>
        <a:lstStyle/>
        <a:p>
          <a:endParaRPr lang="en-US"/>
        </a:p>
      </dgm:t>
    </dgm:pt>
    <dgm:pt modelId="{2D6A4895-100C-47F8-A00D-DC550DC84DE7}" type="sibTrans" cxnId="{269D3373-3C8F-475B-84FA-C76233880F3F}">
      <dgm:prSet/>
      <dgm:spPr/>
      <dgm:t>
        <a:bodyPr/>
        <a:lstStyle/>
        <a:p>
          <a:endParaRPr lang="en-US"/>
        </a:p>
      </dgm:t>
    </dgm:pt>
    <dgm:pt modelId="{A93F9071-DB49-4F7E-984A-8E35B52969D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Azure SDKs</a:t>
          </a:r>
        </a:p>
      </dgm:t>
    </dgm:pt>
    <dgm:pt modelId="{35065C2C-1FC6-4D19-84C5-C360B8855788}" type="parTrans" cxnId="{664D6187-A23E-4DAF-8064-3FE9384FB969}">
      <dgm:prSet/>
      <dgm:spPr/>
      <dgm:t>
        <a:bodyPr/>
        <a:lstStyle/>
        <a:p>
          <a:endParaRPr lang="en-US"/>
        </a:p>
      </dgm:t>
    </dgm:pt>
    <dgm:pt modelId="{2CAA0173-D67D-48AB-9674-5C96827A97DC}" type="sibTrans" cxnId="{664D6187-A23E-4DAF-8064-3FE9384FB969}">
      <dgm:prSet/>
      <dgm:spPr/>
      <dgm:t>
        <a:bodyPr/>
        <a:lstStyle/>
        <a:p>
          <a:endParaRPr lang="en-US"/>
        </a:p>
      </dgm:t>
    </dgm:pt>
    <dgm:pt modelId="{67CA088E-99D6-411C-B885-B3F8C6C2D4B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REST API reference</a:t>
          </a:r>
        </a:p>
      </dgm:t>
    </dgm:pt>
    <dgm:pt modelId="{C28D395B-3BAD-4400-9504-3CDA950CB5ED}" type="parTrans" cxnId="{9802779B-850D-49CE-8DBF-06F4DC0D88B7}">
      <dgm:prSet/>
      <dgm:spPr/>
      <dgm:t>
        <a:bodyPr/>
        <a:lstStyle/>
        <a:p>
          <a:endParaRPr lang="en-US"/>
        </a:p>
      </dgm:t>
    </dgm:pt>
    <dgm:pt modelId="{FAE52DBE-48AC-4415-B091-804703BAA8F3}" type="sibTrans" cxnId="{9802779B-850D-49CE-8DBF-06F4DC0D88B7}">
      <dgm:prSet/>
      <dgm:spPr/>
      <dgm:t>
        <a:bodyPr/>
        <a:lstStyle/>
        <a:p>
          <a:endParaRPr lang="en-US"/>
        </a:p>
      </dgm:t>
    </dgm:pt>
    <dgm:pt modelId="{E0DDD49F-4005-4FAA-93C4-9278A3D8A82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Slides and demo code</a:t>
          </a:r>
        </a:p>
      </dgm:t>
    </dgm:pt>
    <dgm:pt modelId="{74E0C15E-5426-4434-88B5-BA85CDA4BD3A}" type="parTrans" cxnId="{E067827D-A70F-47AF-B100-6B6D1846501F}">
      <dgm:prSet/>
      <dgm:spPr/>
      <dgm:t>
        <a:bodyPr/>
        <a:lstStyle/>
        <a:p>
          <a:endParaRPr lang="en-US"/>
        </a:p>
      </dgm:t>
    </dgm:pt>
    <dgm:pt modelId="{9E6F449C-14DF-44EB-BC3F-CB0FCB545009}" type="sibTrans" cxnId="{E067827D-A70F-47AF-B100-6B6D1846501F}">
      <dgm:prSet/>
      <dgm:spPr/>
      <dgm:t>
        <a:bodyPr/>
        <a:lstStyle/>
        <a:p>
          <a:endParaRPr lang="en-US"/>
        </a:p>
      </dgm:t>
    </dgm:pt>
    <dgm:pt modelId="{7511F537-105A-470E-9B14-EE441E74DA6E}" type="pres">
      <dgm:prSet presAssocID="{86E89251-FF12-4A04-8FCE-0717B49366F4}" presName="root" presStyleCnt="0">
        <dgm:presLayoutVars>
          <dgm:dir/>
          <dgm:resizeHandles val="exact"/>
        </dgm:presLayoutVars>
      </dgm:prSet>
      <dgm:spPr/>
    </dgm:pt>
    <dgm:pt modelId="{118B3252-3CE4-4BE4-912C-1C5FEC8866EE}" type="pres">
      <dgm:prSet presAssocID="{7C8429ED-D30F-45F9-9DCB-D8A4577095AD}" presName="compNode" presStyleCnt="0"/>
      <dgm:spPr/>
    </dgm:pt>
    <dgm:pt modelId="{94C82CCD-5348-492F-A3F5-86C5F20F9038}" type="pres">
      <dgm:prSet presAssocID="{7C8429ED-D30F-45F9-9DCB-D8A4577095AD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10D1F06A-2DA7-4373-B176-F480A8FAA6ED}" type="pres">
      <dgm:prSet presAssocID="{7C8429ED-D30F-45F9-9DCB-D8A4577095AD}" presName="spaceRect" presStyleCnt="0"/>
      <dgm:spPr/>
    </dgm:pt>
    <dgm:pt modelId="{8F9302FD-A46D-4C6B-857B-2BBF5FAF23FD}" type="pres">
      <dgm:prSet presAssocID="{7C8429ED-D30F-45F9-9DCB-D8A4577095AD}" presName="textRect" presStyleLbl="revTx" presStyleIdx="0" presStyleCnt="5">
        <dgm:presLayoutVars>
          <dgm:chMax val="1"/>
          <dgm:chPref val="1"/>
        </dgm:presLayoutVars>
      </dgm:prSet>
      <dgm:spPr/>
    </dgm:pt>
    <dgm:pt modelId="{796CB945-DBD2-46B3-94B8-C5D0F377AF48}" type="pres">
      <dgm:prSet presAssocID="{54FBCFC2-9E36-4D2F-8967-6B0B32B468F9}" presName="sibTrans" presStyleCnt="0"/>
      <dgm:spPr/>
    </dgm:pt>
    <dgm:pt modelId="{6C2654AA-B01D-4054-94BC-5DF3186DE057}" type="pres">
      <dgm:prSet presAssocID="{10ABDE65-C477-4997-83EB-CAE6635849F7}" presName="compNode" presStyleCnt="0"/>
      <dgm:spPr/>
    </dgm:pt>
    <dgm:pt modelId="{52415A80-ACB7-4A89-95F6-EEB1A1253A12}" type="pres">
      <dgm:prSet presAssocID="{10ABDE65-C477-4997-83EB-CAE6635849F7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075EFC57-9E42-4692-9EF6-876E399B526A}" type="pres">
      <dgm:prSet presAssocID="{10ABDE65-C477-4997-83EB-CAE6635849F7}" presName="spaceRect" presStyleCnt="0"/>
      <dgm:spPr/>
    </dgm:pt>
    <dgm:pt modelId="{35AE4088-A853-43AC-960C-C1349B237B8F}" type="pres">
      <dgm:prSet presAssocID="{10ABDE65-C477-4997-83EB-CAE6635849F7}" presName="textRect" presStyleLbl="revTx" presStyleIdx="1" presStyleCnt="5">
        <dgm:presLayoutVars>
          <dgm:chMax val="1"/>
          <dgm:chPref val="1"/>
        </dgm:presLayoutVars>
      </dgm:prSet>
      <dgm:spPr/>
    </dgm:pt>
    <dgm:pt modelId="{0C06C03E-3476-4F2B-8CFA-3AD150D27195}" type="pres">
      <dgm:prSet presAssocID="{2D6A4895-100C-47F8-A00D-DC550DC84DE7}" presName="sibTrans" presStyleCnt="0"/>
      <dgm:spPr/>
    </dgm:pt>
    <dgm:pt modelId="{CF893CC4-C1AF-4A66-AD37-39CF492B6AD2}" type="pres">
      <dgm:prSet presAssocID="{A93F9071-DB49-4F7E-984A-8E35B52969D5}" presName="compNode" presStyleCnt="0"/>
      <dgm:spPr/>
    </dgm:pt>
    <dgm:pt modelId="{0FF86C18-80F2-4498-BC7D-6A5AB46DA32D}" type="pres">
      <dgm:prSet presAssocID="{A93F9071-DB49-4F7E-984A-8E35B52969D5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E0F15C22-984B-4339-AAE5-54991D1D723E}" type="pres">
      <dgm:prSet presAssocID="{A93F9071-DB49-4F7E-984A-8E35B52969D5}" presName="spaceRect" presStyleCnt="0"/>
      <dgm:spPr/>
    </dgm:pt>
    <dgm:pt modelId="{47E8E413-04C7-439B-9C90-1BFF9BCEA1C8}" type="pres">
      <dgm:prSet presAssocID="{A93F9071-DB49-4F7E-984A-8E35B52969D5}" presName="textRect" presStyleLbl="revTx" presStyleIdx="2" presStyleCnt="5">
        <dgm:presLayoutVars>
          <dgm:chMax val="1"/>
          <dgm:chPref val="1"/>
        </dgm:presLayoutVars>
      </dgm:prSet>
      <dgm:spPr/>
    </dgm:pt>
    <dgm:pt modelId="{42D9DA71-579A-452F-BC63-9326465C5483}" type="pres">
      <dgm:prSet presAssocID="{2CAA0173-D67D-48AB-9674-5C96827A97DC}" presName="sibTrans" presStyleCnt="0"/>
      <dgm:spPr/>
    </dgm:pt>
    <dgm:pt modelId="{2EBDD2EB-326B-4AFE-9775-A75BE754917A}" type="pres">
      <dgm:prSet presAssocID="{67CA088E-99D6-411C-B885-B3F8C6C2D4BC}" presName="compNode" presStyleCnt="0"/>
      <dgm:spPr/>
    </dgm:pt>
    <dgm:pt modelId="{717FE526-FFA2-4EF2-843E-F10295A183C6}" type="pres">
      <dgm:prSet presAssocID="{67CA088E-99D6-411C-B885-B3F8C6C2D4BC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A7BE760D-B9A9-419B-B01D-5AC599A8C022}" type="pres">
      <dgm:prSet presAssocID="{67CA088E-99D6-411C-B885-B3F8C6C2D4BC}" presName="spaceRect" presStyleCnt="0"/>
      <dgm:spPr/>
    </dgm:pt>
    <dgm:pt modelId="{8039AEDE-8F2A-408F-AD04-037440434D3F}" type="pres">
      <dgm:prSet presAssocID="{67CA088E-99D6-411C-B885-B3F8C6C2D4BC}" presName="textRect" presStyleLbl="revTx" presStyleIdx="3" presStyleCnt="5">
        <dgm:presLayoutVars>
          <dgm:chMax val="1"/>
          <dgm:chPref val="1"/>
        </dgm:presLayoutVars>
      </dgm:prSet>
      <dgm:spPr/>
    </dgm:pt>
    <dgm:pt modelId="{F7EAAB7E-E58A-4A5E-99E4-DB6DA7E3BDF8}" type="pres">
      <dgm:prSet presAssocID="{FAE52DBE-48AC-4415-B091-804703BAA8F3}" presName="sibTrans" presStyleCnt="0"/>
      <dgm:spPr/>
    </dgm:pt>
    <dgm:pt modelId="{F4955B06-263B-4756-83BC-945B658AD31A}" type="pres">
      <dgm:prSet presAssocID="{E0DDD49F-4005-4FAA-93C4-9278A3D8A827}" presName="compNode" presStyleCnt="0"/>
      <dgm:spPr/>
    </dgm:pt>
    <dgm:pt modelId="{058AA535-EF69-437D-92A3-5E5652CA713B}" type="pres">
      <dgm:prSet presAssocID="{E0DDD49F-4005-4FAA-93C4-9278A3D8A827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F615E695-5C59-43C7-AE68-83B9325711F1}" type="pres">
      <dgm:prSet presAssocID="{E0DDD49F-4005-4FAA-93C4-9278A3D8A827}" presName="spaceRect" presStyleCnt="0"/>
      <dgm:spPr/>
    </dgm:pt>
    <dgm:pt modelId="{ECA40068-2E8F-4ABB-A330-FB09EACAC07E}" type="pres">
      <dgm:prSet presAssocID="{E0DDD49F-4005-4FAA-93C4-9278A3D8A827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FF253D35-EF6D-4EFF-A30C-658C51B21671}" type="presOf" srcId="{7C8429ED-D30F-45F9-9DCB-D8A4577095AD}" destId="{8F9302FD-A46D-4C6B-857B-2BBF5FAF23FD}" srcOrd="0" destOrd="0" presId="urn:microsoft.com/office/officeart/2018/2/layout/IconLabelList"/>
    <dgm:cxn modelId="{269D3373-3C8F-475B-84FA-C76233880F3F}" srcId="{86E89251-FF12-4A04-8FCE-0717B49366F4}" destId="{10ABDE65-C477-4997-83EB-CAE6635849F7}" srcOrd="1" destOrd="0" parTransId="{5AF00314-CCD1-4107-8264-65EE97A95FAE}" sibTransId="{2D6A4895-100C-47F8-A00D-DC550DC84DE7}"/>
    <dgm:cxn modelId="{E067827D-A70F-47AF-B100-6B6D1846501F}" srcId="{86E89251-FF12-4A04-8FCE-0717B49366F4}" destId="{E0DDD49F-4005-4FAA-93C4-9278A3D8A827}" srcOrd="4" destOrd="0" parTransId="{74E0C15E-5426-4434-88B5-BA85CDA4BD3A}" sibTransId="{9E6F449C-14DF-44EB-BC3F-CB0FCB545009}"/>
    <dgm:cxn modelId="{8AC09F84-170C-44C2-AE6C-6D9120834B79}" type="presOf" srcId="{E0DDD49F-4005-4FAA-93C4-9278A3D8A827}" destId="{ECA40068-2E8F-4ABB-A330-FB09EACAC07E}" srcOrd="0" destOrd="0" presId="urn:microsoft.com/office/officeart/2018/2/layout/IconLabelList"/>
    <dgm:cxn modelId="{664D6187-A23E-4DAF-8064-3FE9384FB969}" srcId="{86E89251-FF12-4A04-8FCE-0717B49366F4}" destId="{A93F9071-DB49-4F7E-984A-8E35B52969D5}" srcOrd="2" destOrd="0" parTransId="{35065C2C-1FC6-4D19-84C5-C360B8855788}" sibTransId="{2CAA0173-D67D-48AB-9674-5C96827A97DC}"/>
    <dgm:cxn modelId="{9802779B-850D-49CE-8DBF-06F4DC0D88B7}" srcId="{86E89251-FF12-4A04-8FCE-0717B49366F4}" destId="{67CA088E-99D6-411C-B885-B3F8C6C2D4BC}" srcOrd="3" destOrd="0" parTransId="{C28D395B-3BAD-4400-9504-3CDA950CB5ED}" sibTransId="{FAE52DBE-48AC-4415-B091-804703BAA8F3}"/>
    <dgm:cxn modelId="{767235A3-41DC-41F6-942C-3A09D0D0F2D7}" type="presOf" srcId="{67CA088E-99D6-411C-B885-B3F8C6C2D4BC}" destId="{8039AEDE-8F2A-408F-AD04-037440434D3F}" srcOrd="0" destOrd="0" presId="urn:microsoft.com/office/officeart/2018/2/layout/IconLabelList"/>
    <dgm:cxn modelId="{79E050A3-C83C-491B-929F-496C8780C6E4}" type="presOf" srcId="{86E89251-FF12-4A04-8FCE-0717B49366F4}" destId="{7511F537-105A-470E-9B14-EE441E74DA6E}" srcOrd="0" destOrd="0" presId="urn:microsoft.com/office/officeart/2018/2/layout/IconLabelList"/>
    <dgm:cxn modelId="{92860BB2-2CA5-46D6-AB39-5926686EDC4F}" type="presOf" srcId="{A93F9071-DB49-4F7E-984A-8E35B52969D5}" destId="{47E8E413-04C7-439B-9C90-1BFF9BCEA1C8}" srcOrd="0" destOrd="0" presId="urn:microsoft.com/office/officeart/2018/2/layout/IconLabelList"/>
    <dgm:cxn modelId="{52D506C3-4E69-41AB-9314-FEAA3FFE19A4}" srcId="{86E89251-FF12-4A04-8FCE-0717B49366F4}" destId="{7C8429ED-D30F-45F9-9DCB-D8A4577095AD}" srcOrd="0" destOrd="0" parTransId="{4F7BA915-0DF4-4282-8909-8DC0C3B0904E}" sibTransId="{54FBCFC2-9E36-4D2F-8967-6B0B32B468F9}"/>
    <dgm:cxn modelId="{58C658CC-E052-42E1-9944-6EE9308928B3}" type="presOf" srcId="{10ABDE65-C477-4997-83EB-CAE6635849F7}" destId="{35AE4088-A853-43AC-960C-C1349B237B8F}" srcOrd="0" destOrd="0" presId="urn:microsoft.com/office/officeart/2018/2/layout/IconLabelList"/>
    <dgm:cxn modelId="{B02EDBA8-1374-4E56-98D9-796273B05288}" type="presParOf" srcId="{7511F537-105A-470E-9B14-EE441E74DA6E}" destId="{118B3252-3CE4-4BE4-912C-1C5FEC8866EE}" srcOrd="0" destOrd="0" presId="urn:microsoft.com/office/officeart/2018/2/layout/IconLabelList"/>
    <dgm:cxn modelId="{6AAEC321-3ECF-4247-A455-B4F8B67D86DE}" type="presParOf" srcId="{118B3252-3CE4-4BE4-912C-1C5FEC8866EE}" destId="{94C82CCD-5348-492F-A3F5-86C5F20F9038}" srcOrd="0" destOrd="0" presId="urn:microsoft.com/office/officeart/2018/2/layout/IconLabelList"/>
    <dgm:cxn modelId="{9005EDDA-DF13-4055-89FF-E10FDA07DFD0}" type="presParOf" srcId="{118B3252-3CE4-4BE4-912C-1C5FEC8866EE}" destId="{10D1F06A-2DA7-4373-B176-F480A8FAA6ED}" srcOrd="1" destOrd="0" presId="urn:microsoft.com/office/officeart/2018/2/layout/IconLabelList"/>
    <dgm:cxn modelId="{DD5F0396-9E36-449E-9AEB-A103512BDB3B}" type="presParOf" srcId="{118B3252-3CE4-4BE4-912C-1C5FEC8866EE}" destId="{8F9302FD-A46D-4C6B-857B-2BBF5FAF23FD}" srcOrd="2" destOrd="0" presId="urn:microsoft.com/office/officeart/2018/2/layout/IconLabelList"/>
    <dgm:cxn modelId="{0D020AC2-BC32-4334-9EA0-0EA3E613003A}" type="presParOf" srcId="{7511F537-105A-470E-9B14-EE441E74DA6E}" destId="{796CB945-DBD2-46B3-94B8-C5D0F377AF48}" srcOrd="1" destOrd="0" presId="urn:microsoft.com/office/officeart/2018/2/layout/IconLabelList"/>
    <dgm:cxn modelId="{5E8B689F-C74C-4F82-B42A-0BF35AC231AB}" type="presParOf" srcId="{7511F537-105A-470E-9B14-EE441E74DA6E}" destId="{6C2654AA-B01D-4054-94BC-5DF3186DE057}" srcOrd="2" destOrd="0" presId="urn:microsoft.com/office/officeart/2018/2/layout/IconLabelList"/>
    <dgm:cxn modelId="{6ED417AA-E470-4BD9-8BFE-1ED2AD6636D0}" type="presParOf" srcId="{6C2654AA-B01D-4054-94BC-5DF3186DE057}" destId="{52415A80-ACB7-4A89-95F6-EEB1A1253A12}" srcOrd="0" destOrd="0" presId="urn:microsoft.com/office/officeart/2018/2/layout/IconLabelList"/>
    <dgm:cxn modelId="{0541D2B9-C9D6-4D21-90D8-4EDBFA181F2D}" type="presParOf" srcId="{6C2654AA-B01D-4054-94BC-5DF3186DE057}" destId="{075EFC57-9E42-4692-9EF6-876E399B526A}" srcOrd="1" destOrd="0" presId="urn:microsoft.com/office/officeart/2018/2/layout/IconLabelList"/>
    <dgm:cxn modelId="{D88D4BFA-AF5F-43AC-A97B-0CF2163A44FF}" type="presParOf" srcId="{6C2654AA-B01D-4054-94BC-5DF3186DE057}" destId="{35AE4088-A853-43AC-960C-C1349B237B8F}" srcOrd="2" destOrd="0" presId="urn:microsoft.com/office/officeart/2018/2/layout/IconLabelList"/>
    <dgm:cxn modelId="{26CAB399-FB99-45AF-9C0A-35C173C67060}" type="presParOf" srcId="{7511F537-105A-470E-9B14-EE441E74DA6E}" destId="{0C06C03E-3476-4F2B-8CFA-3AD150D27195}" srcOrd="3" destOrd="0" presId="urn:microsoft.com/office/officeart/2018/2/layout/IconLabelList"/>
    <dgm:cxn modelId="{6EEBFEAB-7153-4A47-AA16-992CE68DD051}" type="presParOf" srcId="{7511F537-105A-470E-9B14-EE441E74DA6E}" destId="{CF893CC4-C1AF-4A66-AD37-39CF492B6AD2}" srcOrd="4" destOrd="0" presId="urn:microsoft.com/office/officeart/2018/2/layout/IconLabelList"/>
    <dgm:cxn modelId="{5D154A84-16B4-485A-962B-A744889C5FB2}" type="presParOf" srcId="{CF893CC4-C1AF-4A66-AD37-39CF492B6AD2}" destId="{0FF86C18-80F2-4498-BC7D-6A5AB46DA32D}" srcOrd="0" destOrd="0" presId="urn:microsoft.com/office/officeart/2018/2/layout/IconLabelList"/>
    <dgm:cxn modelId="{9F7311D6-694D-4447-89BA-3ED7B3BA9973}" type="presParOf" srcId="{CF893CC4-C1AF-4A66-AD37-39CF492B6AD2}" destId="{E0F15C22-984B-4339-AAE5-54991D1D723E}" srcOrd="1" destOrd="0" presId="urn:microsoft.com/office/officeart/2018/2/layout/IconLabelList"/>
    <dgm:cxn modelId="{CE098420-8E17-4AA2-B0E0-324A3CF23989}" type="presParOf" srcId="{CF893CC4-C1AF-4A66-AD37-39CF492B6AD2}" destId="{47E8E413-04C7-439B-9C90-1BFF9BCEA1C8}" srcOrd="2" destOrd="0" presId="urn:microsoft.com/office/officeart/2018/2/layout/IconLabelList"/>
    <dgm:cxn modelId="{A64E0049-8863-4CEA-BC66-FEAE22709EEA}" type="presParOf" srcId="{7511F537-105A-470E-9B14-EE441E74DA6E}" destId="{42D9DA71-579A-452F-BC63-9326465C5483}" srcOrd="5" destOrd="0" presId="urn:microsoft.com/office/officeart/2018/2/layout/IconLabelList"/>
    <dgm:cxn modelId="{64F2CC46-8224-4925-BF5A-5E52157C28D8}" type="presParOf" srcId="{7511F537-105A-470E-9B14-EE441E74DA6E}" destId="{2EBDD2EB-326B-4AFE-9775-A75BE754917A}" srcOrd="6" destOrd="0" presId="urn:microsoft.com/office/officeart/2018/2/layout/IconLabelList"/>
    <dgm:cxn modelId="{A3D48061-50C8-4B47-BADC-7E22FAAECD6F}" type="presParOf" srcId="{2EBDD2EB-326B-4AFE-9775-A75BE754917A}" destId="{717FE526-FFA2-4EF2-843E-F10295A183C6}" srcOrd="0" destOrd="0" presId="urn:microsoft.com/office/officeart/2018/2/layout/IconLabelList"/>
    <dgm:cxn modelId="{94CDF404-0321-4B99-9FEC-FCC0FB4AB509}" type="presParOf" srcId="{2EBDD2EB-326B-4AFE-9775-A75BE754917A}" destId="{A7BE760D-B9A9-419B-B01D-5AC599A8C022}" srcOrd="1" destOrd="0" presId="urn:microsoft.com/office/officeart/2018/2/layout/IconLabelList"/>
    <dgm:cxn modelId="{748C20E2-8058-41C4-BD29-7C25AD915FF9}" type="presParOf" srcId="{2EBDD2EB-326B-4AFE-9775-A75BE754917A}" destId="{8039AEDE-8F2A-408F-AD04-037440434D3F}" srcOrd="2" destOrd="0" presId="urn:microsoft.com/office/officeart/2018/2/layout/IconLabelList"/>
    <dgm:cxn modelId="{400D8D9A-F636-4D06-B31B-92A6AD4E78F8}" type="presParOf" srcId="{7511F537-105A-470E-9B14-EE441E74DA6E}" destId="{F7EAAB7E-E58A-4A5E-99E4-DB6DA7E3BDF8}" srcOrd="7" destOrd="0" presId="urn:microsoft.com/office/officeart/2018/2/layout/IconLabelList"/>
    <dgm:cxn modelId="{9961A219-232C-4852-AD0C-17646BF2421A}" type="presParOf" srcId="{7511F537-105A-470E-9B14-EE441E74DA6E}" destId="{F4955B06-263B-4756-83BC-945B658AD31A}" srcOrd="8" destOrd="0" presId="urn:microsoft.com/office/officeart/2018/2/layout/IconLabelList"/>
    <dgm:cxn modelId="{47270F20-DDCF-4063-90DA-5471D8697C3F}" type="presParOf" srcId="{F4955B06-263B-4756-83BC-945B658AD31A}" destId="{058AA535-EF69-437D-92A3-5E5652CA713B}" srcOrd="0" destOrd="0" presId="urn:microsoft.com/office/officeart/2018/2/layout/IconLabelList"/>
    <dgm:cxn modelId="{BF4A63DF-48DB-4EF1-9602-A1815E3CEF35}" type="presParOf" srcId="{F4955B06-263B-4756-83BC-945B658AD31A}" destId="{F615E695-5C59-43C7-AE68-83B9325711F1}" srcOrd="1" destOrd="0" presId="urn:microsoft.com/office/officeart/2018/2/layout/IconLabelList"/>
    <dgm:cxn modelId="{CBF1D298-E9DE-4A72-B389-AEEFE7E8C4FC}" type="presParOf" srcId="{F4955B06-263B-4756-83BC-945B658AD31A}" destId="{ECA40068-2E8F-4ABB-A330-FB09EACAC07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F9C1E4-44D7-43FF-BA08-59383F263C96}">
      <dsp:nvSpPr>
        <dsp:cNvPr id="0" name=""/>
        <dsp:cNvSpPr/>
      </dsp:nvSpPr>
      <dsp:spPr>
        <a:xfrm>
          <a:off x="0" y="2784"/>
          <a:ext cx="10325000" cy="59314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E9B45F-F839-40A5-A82F-8BF513D2DFD4}">
      <dsp:nvSpPr>
        <dsp:cNvPr id="0" name=""/>
        <dsp:cNvSpPr/>
      </dsp:nvSpPr>
      <dsp:spPr>
        <a:xfrm>
          <a:off x="179426" y="136242"/>
          <a:ext cx="326229" cy="32622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2E7A65-C2C6-4A0C-8751-E156BE669FE1}">
      <dsp:nvSpPr>
        <dsp:cNvPr id="0" name=""/>
        <dsp:cNvSpPr/>
      </dsp:nvSpPr>
      <dsp:spPr>
        <a:xfrm>
          <a:off x="685081" y="2784"/>
          <a:ext cx="9639918" cy="5931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774" tIns="62774" rIns="62774" bIns="6277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Software industry over 30 years</a:t>
          </a:r>
        </a:p>
      </dsp:txBody>
      <dsp:txXfrm>
        <a:off x="685081" y="2784"/>
        <a:ext cx="9639918" cy="593144"/>
      </dsp:txXfrm>
    </dsp:sp>
    <dsp:sp modelId="{4C3EBBAE-9F78-46D9-B5BD-A5E370124574}">
      <dsp:nvSpPr>
        <dsp:cNvPr id="0" name=""/>
        <dsp:cNvSpPr/>
      </dsp:nvSpPr>
      <dsp:spPr>
        <a:xfrm>
          <a:off x="0" y="744215"/>
          <a:ext cx="10325000" cy="59314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F0FFC4-C1AF-4110-A2E8-5B10457560CE}">
      <dsp:nvSpPr>
        <dsp:cNvPr id="0" name=""/>
        <dsp:cNvSpPr/>
      </dsp:nvSpPr>
      <dsp:spPr>
        <a:xfrm>
          <a:off x="179426" y="877672"/>
          <a:ext cx="326229" cy="32622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A18AA2-94B2-4610-B62B-579A89FDFAF4}">
      <dsp:nvSpPr>
        <dsp:cNvPr id="0" name=""/>
        <dsp:cNvSpPr/>
      </dsp:nvSpPr>
      <dsp:spPr>
        <a:xfrm>
          <a:off x="685081" y="744215"/>
          <a:ext cx="9639918" cy="5931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774" tIns="62774" rIns="62774" bIns="6277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Morning Dew link blog</a:t>
          </a:r>
        </a:p>
      </dsp:txBody>
      <dsp:txXfrm>
        <a:off x="685081" y="744215"/>
        <a:ext cx="9639918" cy="593144"/>
      </dsp:txXfrm>
    </dsp:sp>
    <dsp:sp modelId="{69986303-35E1-4CD8-B20B-CA73B19DCD79}">
      <dsp:nvSpPr>
        <dsp:cNvPr id="0" name=""/>
        <dsp:cNvSpPr/>
      </dsp:nvSpPr>
      <dsp:spPr>
        <a:xfrm>
          <a:off x="0" y="1485645"/>
          <a:ext cx="10325000" cy="59314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E6D4AE-911E-4EBA-A36A-B2ACCF0D0E71}">
      <dsp:nvSpPr>
        <dsp:cNvPr id="0" name=""/>
        <dsp:cNvSpPr/>
      </dsp:nvSpPr>
      <dsp:spPr>
        <a:xfrm>
          <a:off x="179426" y="1619103"/>
          <a:ext cx="326229" cy="32622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8D1833-2AE5-4757-8CA8-553F6F26B452}">
      <dsp:nvSpPr>
        <dsp:cNvPr id="0" name=""/>
        <dsp:cNvSpPr/>
      </dsp:nvSpPr>
      <dsp:spPr>
        <a:xfrm>
          <a:off x="685081" y="1485645"/>
          <a:ext cx="9639918" cy="5931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774" tIns="62774" rIns="62774" bIns="6277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Authored three books – Packt Publishing</a:t>
          </a:r>
        </a:p>
      </dsp:txBody>
      <dsp:txXfrm>
        <a:off x="685081" y="1485645"/>
        <a:ext cx="9639918" cy="593144"/>
      </dsp:txXfrm>
    </dsp:sp>
    <dsp:sp modelId="{39F3565F-2A4E-4A0F-BDD5-53EA3701D090}">
      <dsp:nvSpPr>
        <dsp:cNvPr id="0" name=""/>
        <dsp:cNvSpPr/>
      </dsp:nvSpPr>
      <dsp:spPr>
        <a:xfrm>
          <a:off x="0" y="2227076"/>
          <a:ext cx="10325000" cy="59314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E73CAD-EDE3-4EDD-AC94-98F1592711BB}">
      <dsp:nvSpPr>
        <dsp:cNvPr id="0" name=""/>
        <dsp:cNvSpPr/>
      </dsp:nvSpPr>
      <dsp:spPr>
        <a:xfrm>
          <a:off x="179426" y="2360533"/>
          <a:ext cx="326229" cy="32622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E9F7BA-30BB-4A14-BDA0-E45728E869E1}">
      <dsp:nvSpPr>
        <dsp:cNvPr id="0" name=""/>
        <dsp:cNvSpPr/>
      </dsp:nvSpPr>
      <dsp:spPr>
        <a:xfrm>
          <a:off x="685081" y="2227076"/>
          <a:ext cx="9639918" cy="5931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774" tIns="62774" rIns="62774" bIns="6277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Content developer at Microsoft since 2022</a:t>
          </a:r>
        </a:p>
      </dsp:txBody>
      <dsp:txXfrm>
        <a:off x="685081" y="2227076"/>
        <a:ext cx="9639918" cy="593144"/>
      </dsp:txXfrm>
    </dsp:sp>
    <dsp:sp modelId="{DD5D5315-1B99-4417-92AD-78509283941B}">
      <dsp:nvSpPr>
        <dsp:cNvPr id="0" name=""/>
        <dsp:cNvSpPr/>
      </dsp:nvSpPr>
      <dsp:spPr>
        <a:xfrm>
          <a:off x="0" y="2968506"/>
          <a:ext cx="10325000" cy="59314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5ED48D-45D2-4867-BC14-E0FC675508D0}">
      <dsp:nvSpPr>
        <dsp:cNvPr id="0" name=""/>
        <dsp:cNvSpPr/>
      </dsp:nvSpPr>
      <dsp:spPr>
        <a:xfrm>
          <a:off x="179426" y="3101964"/>
          <a:ext cx="326229" cy="32622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562760-27C1-45A0-9271-21E233A262AA}">
      <dsp:nvSpPr>
        <dsp:cNvPr id="0" name=""/>
        <dsp:cNvSpPr/>
      </dsp:nvSpPr>
      <dsp:spPr>
        <a:xfrm>
          <a:off x="685081" y="2968506"/>
          <a:ext cx="9639918" cy="5931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774" tIns="62774" rIns="62774" bIns="62774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TechBash dev conference organizer since 2015</a:t>
          </a:r>
        </a:p>
      </dsp:txBody>
      <dsp:txXfrm>
        <a:off x="685081" y="2968506"/>
        <a:ext cx="9639918" cy="5931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C9A5F5-B13F-4BED-A7D9-852EADF7C5DD}">
      <dsp:nvSpPr>
        <dsp:cNvPr id="0" name=""/>
        <dsp:cNvSpPr/>
      </dsp:nvSpPr>
      <dsp:spPr>
        <a:xfrm>
          <a:off x="0" y="116402"/>
          <a:ext cx="6879517" cy="74353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What is Microsoft Foundry?</a:t>
          </a:r>
        </a:p>
      </dsp:txBody>
      <dsp:txXfrm>
        <a:off x="36296" y="152698"/>
        <a:ext cx="6806925" cy="670943"/>
      </dsp:txXfrm>
    </dsp:sp>
    <dsp:sp modelId="{B45DEF0B-3CF8-42E8-A931-C01B37FC8C36}">
      <dsp:nvSpPr>
        <dsp:cNvPr id="0" name=""/>
        <dsp:cNvSpPr/>
      </dsp:nvSpPr>
      <dsp:spPr>
        <a:xfrm>
          <a:off x="0" y="949217"/>
          <a:ext cx="6879517" cy="743535"/>
        </a:xfrm>
        <a:prstGeom prst="roundRect">
          <a:avLst/>
        </a:prstGeom>
        <a:solidFill>
          <a:schemeClr val="accent2">
            <a:hueOff val="-2263632"/>
            <a:satOff val="12051"/>
            <a:lumOff val="186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Overview of Foundry Agent Services</a:t>
          </a:r>
        </a:p>
      </dsp:txBody>
      <dsp:txXfrm>
        <a:off x="36296" y="985513"/>
        <a:ext cx="6806925" cy="670943"/>
      </dsp:txXfrm>
    </dsp:sp>
    <dsp:sp modelId="{7EF7C10E-BAD3-4FD9-8662-434C5AF6F380}">
      <dsp:nvSpPr>
        <dsp:cNvPr id="0" name=""/>
        <dsp:cNvSpPr/>
      </dsp:nvSpPr>
      <dsp:spPr>
        <a:xfrm>
          <a:off x="0" y="1782032"/>
          <a:ext cx="6879517" cy="743535"/>
        </a:xfrm>
        <a:prstGeom prst="roundRect">
          <a:avLst/>
        </a:prstGeom>
        <a:solidFill>
          <a:schemeClr val="accent2">
            <a:hueOff val="-4527264"/>
            <a:satOff val="24101"/>
            <a:lumOff val="372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Hosted Agents in Foundry</a:t>
          </a:r>
        </a:p>
      </dsp:txBody>
      <dsp:txXfrm>
        <a:off x="36296" y="1818328"/>
        <a:ext cx="6806925" cy="670943"/>
      </dsp:txXfrm>
    </dsp:sp>
    <dsp:sp modelId="{72C3122B-7C56-4A1E-909E-E32CC1D99B64}">
      <dsp:nvSpPr>
        <dsp:cNvPr id="0" name=""/>
        <dsp:cNvSpPr/>
      </dsp:nvSpPr>
      <dsp:spPr>
        <a:xfrm>
          <a:off x="0" y="2614847"/>
          <a:ext cx="6879517" cy="743535"/>
        </a:xfrm>
        <a:prstGeom prst="roundRect">
          <a:avLst/>
        </a:prstGeom>
        <a:solidFill>
          <a:schemeClr val="accent2">
            <a:hueOff val="-6790896"/>
            <a:satOff val="36152"/>
            <a:lumOff val="55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Agent Tools</a:t>
          </a:r>
        </a:p>
      </dsp:txBody>
      <dsp:txXfrm>
        <a:off x="36296" y="2651143"/>
        <a:ext cx="6806925" cy="670943"/>
      </dsp:txXfrm>
    </dsp:sp>
    <dsp:sp modelId="{21AECCE0-0207-48A5-98B8-58332406B21B}">
      <dsp:nvSpPr>
        <dsp:cNvPr id="0" name=""/>
        <dsp:cNvSpPr/>
      </dsp:nvSpPr>
      <dsp:spPr>
        <a:xfrm>
          <a:off x="0" y="3447662"/>
          <a:ext cx="6879517" cy="743535"/>
        </a:xfrm>
        <a:prstGeom prst="roundRect">
          <a:avLst/>
        </a:prstGeom>
        <a:solidFill>
          <a:schemeClr val="accent2">
            <a:hueOff val="-9054529"/>
            <a:satOff val="48203"/>
            <a:lumOff val="745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Toolboxes in Foundry</a:t>
          </a:r>
        </a:p>
      </dsp:txBody>
      <dsp:txXfrm>
        <a:off x="36296" y="3483958"/>
        <a:ext cx="6806925" cy="670943"/>
      </dsp:txXfrm>
    </dsp:sp>
    <dsp:sp modelId="{C415B147-C60A-4B2B-81BF-64DE811B6AC8}">
      <dsp:nvSpPr>
        <dsp:cNvPr id="0" name=""/>
        <dsp:cNvSpPr/>
      </dsp:nvSpPr>
      <dsp:spPr>
        <a:xfrm>
          <a:off x="0" y="4280477"/>
          <a:ext cx="6879517" cy="743535"/>
        </a:xfrm>
        <a:prstGeom prst="roundRect">
          <a:avLst/>
        </a:prstGeom>
        <a:solidFill>
          <a:schemeClr val="accent2">
            <a:hueOff val="-11318160"/>
            <a:satOff val="60253"/>
            <a:lumOff val="931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Manage agents at scale</a:t>
          </a:r>
        </a:p>
      </dsp:txBody>
      <dsp:txXfrm>
        <a:off x="36296" y="4316773"/>
        <a:ext cx="6806925" cy="670943"/>
      </dsp:txXfrm>
    </dsp:sp>
    <dsp:sp modelId="{A58AD38B-8646-4561-AB6D-8A6452192E27}">
      <dsp:nvSpPr>
        <dsp:cNvPr id="0" name=""/>
        <dsp:cNvSpPr/>
      </dsp:nvSpPr>
      <dsp:spPr>
        <a:xfrm>
          <a:off x="0" y="5113292"/>
          <a:ext cx="6879517" cy="743535"/>
        </a:xfrm>
        <a:prstGeom prst="roundRect">
          <a:avLst/>
        </a:prstGeom>
        <a:solidFill>
          <a:schemeClr val="accent2">
            <a:hueOff val="-13581792"/>
            <a:satOff val="72304"/>
            <a:lumOff val="111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Q&amp;A</a:t>
          </a:r>
        </a:p>
      </dsp:txBody>
      <dsp:txXfrm>
        <a:off x="36296" y="5149588"/>
        <a:ext cx="6806925" cy="67094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0AF0A4-8E92-4F92-8661-1029A072C8BA}">
      <dsp:nvSpPr>
        <dsp:cNvPr id="0" name=""/>
        <dsp:cNvSpPr/>
      </dsp:nvSpPr>
      <dsp:spPr>
        <a:xfrm>
          <a:off x="0" y="2479"/>
          <a:ext cx="6879517" cy="125647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7285E3-E63E-4AF7-90A9-31BB2A5C76D2}">
      <dsp:nvSpPr>
        <dsp:cNvPr id="0" name=""/>
        <dsp:cNvSpPr/>
      </dsp:nvSpPr>
      <dsp:spPr>
        <a:xfrm>
          <a:off x="380084" y="285186"/>
          <a:ext cx="691063" cy="69106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F70C6B-5570-471C-8729-88FCC5D351DC}">
      <dsp:nvSpPr>
        <dsp:cNvPr id="0" name=""/>
        <dsp:cNvSpPr/>
      </dsp:nvSpPr>
      <dsp:spPr>
        <a:xfrm>
          <a:off x="1451232" y="2479"/>
          <a:ext cx="3095782" cy="12564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977" tIns="132977" rIns="132977" bIns="13297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AI services</a:t>
          </a:r>
        </a:p>
      </dsp:txBody>
      <dsp:txXfrm>
        <a:off x="1451232" y="2479"/>
        <a:ext cx="3095782" cy="1256478"/>
      </dsp:txXfrm>
    </dsp:sp>
    <dsp:sp modelId="{D186FA62-E4D1-4426-A529-703AB11D2CB2}">
      <dsp:nvSpPr>
        <dsp:cNvPr id="0" name=""/>
        <dsp:cNvSpPr/>
      </dsp:nvSpPr>
      <dsp:spPr>
        <a:xfrm>
          <a:off x="4547015" y="2479"/>
          <a:ext cx="2332501" cy="12564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977" tIns="132977" rIns="132977" bIns="132977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Agents/models/tools</a:t>
          </a:r>
        </a:p>
      </dsp:txBody>
      <dsp:txXfrm>
        <a:off x="4547015" y="2479"/>
        <a:ext cx="2332501" cy="1256478"/>
      </dsp:txXfrm>
    </dsp:sp>
    <dsp:sp modelId="{15EF48D4-76C0-4E20-9242-D26C80D4F79C}">
      <dsp:nvSpPr>
        <dsp:cNvPr id="0" name=""/>
        <dsp:cNvSpPr/>
      </dsp:nvSpPr>
      <dsp:spPr>
        <a:xfrm>
          <a:off x="0" y="1573076"/>
          <a:ext cx="6879517" cy="125647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87405C-7872-48BD-8F77-EED04C661B99}">
      <dsp:nvSpPr>
        <dsp:cNvPr id="0" name=""/>
        <dsp:cNvSpPr/>
      </dsp:nvSpPr>
      <dsp:spPr>
        <a:xfrm>
          <a:off x="380084" y="1855784"/>
          <a:ext cx="691063" cy="69106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41D0F5-FA94-429E-BD24-3D15F560FFF1}">
      <dsp:nvSpPr>
        <dsp:cNvPr id="0" name=""/>
        <dsp:cNvSpPr/>
      </dsp:nvSpPr>
      <dsp:spPr>
        <a:xfrm>
          <a:off x="1451232" y="1573076"/>
          <a:ext cx="5428284" cy="12564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977" tIns="132977" rIns="132977" bIns="13297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Enterprise capabilities and configurations</a:t>
          </a:r>
        </a:p>
      </dsp:txBody>
      <dsp:txXfrm>
        <a:off x="1451232" y="1573076"/>
        <a:ext cx="5428284" cy="1256478"/>
      </dsp:txXfrm>
    </dsp:sp>
    <dsp:sp modelId="{D6F9D35D-3625-426D-8095-966302D0A0E4}">
      <dsp:nvSpPr>
        <dsp:cNvPr id="0" name=""/>
        <dsp:cNvSpPr/>
      </dsp:nvSpPr>
      <dsp:spPr>
        <a:xfrm>
          <a:off x="0" y="3143674"/>
          <a:ext cx="6879517" cy="125647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6285A3-E5A1-42C7-A82A-976DFAF05AFB}">
      <dsp:nvSpPr>
        <dsp:cNvPr id="0" name=""/>
        <dsp:cNvSpPr/>
      </dsp:nvSpPr>
      <dsp:spPr>
        <a:xfrm>
          <a:off x="380084" y="3426382"/>
          <a:ext cx="691063" cy="69106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591A4E-4D9F-457E-8741-516DBD4455AF}">
      <dsp:nvSpPr>
        <dsp:cNvPr id="0" name=""/>
        <dsp:cNvSpPr/>
      </dsp:nvSpPr>
      <dsp:spPr>
        <a:xfrm>
          <a:off x="1451232" y="3143674"/>
          <a:ext cx="5428284" cy="12564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977" tIns="132977" rIns="132977" bIns="13297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Unified role-based access control (RBAC) and policies</a:t>
          </a:r>
        </a:p>
      </dsp:txBody>
      <dsp:txXfrm>
        <a:off x="1451232" y="3143674"/>
        <a:ext cx="5428284" cy="1256478"/>
      </dsp:txXfrm>
    </dsp:sp>
    <dsp:sp modelId="{C4941236-CF5A-4A48-AC11-08346A85B0C7}">
      <dsp:nvSpPr>
        <dsp:cNvPr id="0" name=""/>
        <dsp:cNvSpPr/>
      </dsp:nvSpPr>
      <dsp:spPr>
        <a:xfrm>
          <a:off x="0" y="4714272"/>
          <a:ext cx="6879517" cy="125647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84791F-A8E7-44B7-81FC-4DDAB8AC9BA8}">
      <dsp:nvSpPr>
        <dsp:cNvPr id="0" name=""/>
        <dsp:cNvSpPr/>
      </dsp:nvSpPr>
      <dsp:spPr>
        <a:xfrm>
          <a:off x="380084" y="4996980"/>
          <a:ext cx="691063" cy="69106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350CC8-4F69-4C2C-BD12-DCD3BD4E2C47}">
      <dsp:nvSpPr>
        <dsp:cNvPr id="0" name=""/>
        <dsp:cNvSpPr/>
      </dsp:nvSpPr>
      <dsp:spPr>
        <a:xfrm>
          <a:off x="1451232" y="4714272"/>
          <a:ext cx="5428284" cy="12564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977" tIns="132977" rIns="132977" bIns="13297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Networking services</a:t>
          </a:r>
        </a:p>
      </dsp:txBody>
      <dsp:txXfrm>
        <a:off x="1451232" y="4714272"/>
        <a:ext cx="5428284" cy="125647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DDA0C0-15FC-4167-8E47-B5EB3F6FB10E}">
      <dsp:nvSpPr>
        <dsp:cNvPr id="0" name=""/>
        <dsp:cNvSpPr/>
      </dsp:nvSpPr>
      <dsp:spPr>
        <a:xfrm>
          <a:off x="3024" y="222376"/>
          <a:ext cx="2399755" cy="14398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Agent Runtime</a:t>
          </a:r>
        </a:p>
      </dsp:txBody>
      <dsp:txXfrm>
        <a:off x="3024" y="222376"/>
        <a:ext cx="2399755" cy="1439853"/>
      </dsp:txXfrm>
    </dsp:sp>
    <dsp:sp modelId="{C105B38E-BF57-4D24-9E56-BCFCBA05E8B3}">
      <dsp:nvSpPr>
        <dsp:cNvPr id="0" name=""/>
        <dsp:cNvSpPr/>
      </dsp:nvSpPr>
      <dsp:spPr>
        <a:xfrm>
          <a:off x="2642756" y="222376"/>
          <a:ext cx="2399755" cy="14398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Responses API</a:t>
          </a:r>
        </a:p>
      </dsp:txBody>
      <dsp:txXfrm>
        <a:off x="2642756" y="222376"/>
        <a:ext cx="2399755" cy="1439853"/>
      </dsp:txXfrm>
    </dsp:sp>
    <dsp:sp modelId="{820A2B82-AA60-444E-A4C7-852C4386F29A}">
      <dsp:nvSpPr>
        <dsp:cNvPr id="0" name=""/>
        <dsp:cNvSpPr/>
      </dsp:nvSpPr>
      <dsp:spPr>
        <a:xfrm>
          <a:off x="5282487" y="222376"/>
          <a:ext cx="2399755" cy="14398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Publishing</a:t>
          </a:r>
        </a:p>
      </dsp:txBody>
      <dsp:txXfrm>
        <a:off x="5282487" y="222376"/>
        <a:ext cx="2399755" cy="1439853"/>
      </dsp:txXfrm>
    </dsp:sp>
    <dsp:sp modelId="{B75B752B-EF89-49AE-8BE0-A69DF0187794}">
      <dsp:nvSpPr>
        <dsp:cNvPr id="0" name=""/>
        <dsp:cNvSpPr/>
      </dsp:nvSpPr>
      <dsp:spPr>
        <a:xfrm>
          <a:off x="7922219" y="222376"/>
          <a:ext cx="2399755" cy="14398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Models</a:t>
          </a:r>
        </a:p>
      </dsp:txBody>
      <dsp:txXfrm>
        <a:off x="7922219" y="222376"/>
        <a:ext cx="2399755" cy="1439853"/>
      </dsp:txXfrm>
    </dsp:sp>
    <dsp:sp modelId="{B4F66CC9-0883-44C9-BB02-9A6C042AC5AE}">
      <dsp:nvSpPr>
        <dsp:cNvPr id="0" name=""/>
        <dsp:cNvSpPr/>
      </dsp:nvSpPr>
      <dsp:spPr>
        <a:xfrm>
          <a:off x="3024" y="1902205"/>
          <a:ext cx="2399755" cy="14398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Identity</a:t>
          </a:r>
        </a:p>
      </dsp:txBody>
      <dsp:txXfrm>
        <a:off x="3024" y="1902205"/>
        <a:ext cx="2399755" cy="1439853"/>
      </dsp:txXfrm>
    </dsp:sp>
    <dsp:sp modelId="{F70A96A1-47BA-4B1E-9B34-879A14DE5AEC}">
      <dsp:nvSpPr>
        <dsp:cNvPr id="0" name=""/>
        <dsp:cNvSpPr/>
      </dsp:nvSpPr>
      <dsp:spPr>
        <a:xfrm>
          <a:off x="2642756" y="1902205"/>
          <a:ext cx="2399755" cy="14398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Security</a:t>
          </a:r>
        </a:p>
      </dsp:txBody>
      <dsp:txXfrm>
        <a:off x="2642756" y="1902205"/>
        <a:ext cx="2399755" cy="1439853"/>
      </dsp:txXfrm>
    </dsp:sp>
    <dsp:sp modelId="{C0EEE778-5766-4F63-B57B-ED1807359DFC}">
      <dsp:nvSpPr>
        <dsp:cNvPr id="0" name=""/>
        <dsp:cNvSpPr/>
      </dsp:nvSpPr>
      <dsp:spPr>
        <a:xfrm>
          <a:off x="5282487" y="1902205"/>
          <a:ext cx="2399755" cy="14398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Observability</a:t>
          </a:r>
        </a:p>
      </dsp:txBody>
      <dsp:txXfrm>
        <a:off x="5282487" y="1902205"/>
        <a:ext cx="2399755" cy="1439853"/>
      </dsp:txXfrm>
    </dsp:sp>
    <dsp:sp modelId="{7B1051BE-800C-42F7-9638-79AF1385A01B}">
      <dsp:nvSpPr>
        <dsp:cNvPr id="0" name=""/>
        <dsp:cNvSpPr/>
      </dsp:nvSpPr>
      <dsp:spPr>
        <a:xfrm>
          <a:off x="7922219" y="1902205"/>
          <a:ext cx="2399755" cy="14398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Tools</a:t>
          </a:r>
        </a:p>
      </dsp:txBody>
      <dsp:txXfrm>
        <a:off x="7922219" y="1902205"/>
        <a:ext cx="2399755" cy="143985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BB268F-BC26-4774-9CD6-8D360175E39D}">
      <dsp:nvSpPr>
        <dsp:cNvPr id="0" name=""/>
        <dsp:cNvSpPr/>
      </dsp:nvSpPr>
      <dsp:spPr>
        <a:xfrm>
          <a:off x="0" y="1359"/>
          <a:ext cx="6879517" cy="100737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Built-in tools</a:t>
          </a:r>
        </a:p>
      </dsp:txBody>
      <dsp:txXfrm>
        <a:off x="49176" y="50535"/>
        <a:ext cx="6781165" cy="909018"/>
      </dsp:txXfrm>
    </dsp:sp>
    <dsp:sp modelId="{4EAE2847-B7B8-4311-8362-1459F963CCBD}">
      <dsp:nvSpPr>
        <dsp:cNvPr id="0" name=""/>
        <dsp:cNvSpPr/>
      </dsp:nvSpPr>
      <dsp:spPr>
        <a:xfrm>
          <a:off x="0" y="1008729"/>
          <a:ext cx="6879517" cy="2260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8425" tIns="53340" rIns="298704" bIns="53340" numCol="1" spcCol="1270" anchor="t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300" kern="1200"/>
            <a:t>Web Search</a:t>
          </a:r>
        </a:p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300" kern="1200"/>
            <a:t>Code Interpreter</a:t>
          </a:r>
        </a:p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300" kern="1200"/>
            <a:t>File Search</a:t>
          </a:r>
        </a:p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300" kern="1200"/>
            <a:t>Function Calling</a:t>
          </a:r>
        </a:p>
      </dsp:txBody>
      <dsp:txXfrm>
        <a:off x="0" y="1008729"/>
        <a:ext cx="6879517" cy="2260440"/>
      </dsp:txXfrm>
    </dsp:sp>
    <dsp:sp modelId="{18513740-5404-4CD4-8A1A-A78D3C93D252}">
      <dsp:nvSpPr>
        <dsp:cNvPr id="0" name=""/>
        <dsp:cNvSpPr/>
      </dsp:nvSpPr>
      <dsp:spPr>
        <a:xfrm>
          <a:off x="0" y="3269169"/>
          <a:ext cx="6879517" cy="1007370"/>
        </a:xfrm>
        <a:prstGeom prst="roundRect">
          <a:avLst/>
        </a:prstGeom>
        <a:solidFill>
          <a:schemeClr val="accent2">
            <a:hueOff val="-13581792"/>
            <a:satOff val="72304"/>
            <a:lumOff val="111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Custom tools</a:t>
          </a:r>
        </a:p>
      </dsp:txBody>
      <dsp:txXfrm>
        <a:off x="49176" y="3318345"/>
        <a:ext cx="6781165" cy="909018"/>
      </dsp:txXfrm>
    </dsp:sp>
    <dsp:sp modelId="{C52E5400-3B40-4E6F-B8FF-FC8AC68A5AB1}">
      <dsp:nvSpPr>
        <dsp:cNvPr id="0" name=""/>
        <dsp:cNvSpPr/>
      </dsp:nvSpPr>
      <dsp:spPr>
        <a:xfrm>
          <a:off x="0" y="4276540"/>
          <a:ext cx="6879517" cy="16953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8425" tIns="53340" rIns="298704" bIns="53340" numCol="1" spcCol="1270" anchor="t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300" kern="1200" dirty="0"/>
            <a:t>Model-Context-Protocol (MCP)</a:t>
          </a:r>
        </a:p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300" kern="1200"/>
            <a:t>Agent2Agent (A2A)</a:t>
          </a:r>
        </a:p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300" kern="1200"/>
            <a:t>OpenAPI</a:t>
          </a:r>
        </a:p>
      </dsp:txBody>
      <dsp:txXfrm>
        <a:off x="0" y="4276540"/>
        <a:ext cx="6879517" cy="169533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0A86E9-7E7D-4DA3-B929-30958D6EA392}">
      <dsp:nvSpPr>
        <dsp:cNvPr id="0" name=""/>
        <dsp:cNvSpPr/>
      </dsp:nvSpPr>
      <dsp:spPr>
        <a:xfrm rot="5400000">
          <a:off x="-306178" y="309010"/>
          <a:ext cx="2041192" cy="1428834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Build</a:t>
          </a:r>
        </a:p>
      </dsp:txBody>
      <dsp:txXfrm rot="-5400000">
        <a:off x="1" y="717248"/>
        <a:ext cx="1428834" cy="612358"/>
      </dsp:txXfrm>
    </dsp:sp>
    <dsp:sp modelId="{306A0D92-A57C-4DDA-A17E-E98C32C4FDAB}">
      <dsp:nvSpPr>
        <dsp:cNvPr id="0" name=""/>
        <dsp:cNvSpPr/>
      </dsp:nvSpPr>
      <dsp:spPr>
        <a:xfrm rot="5400000">
          <a:off x="5213579" y="-3781913"/>
          <a:ext cx="1326775" cy="889626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0472" tIns="19685" rIns="19685" bIns="19685" numCol="1" spcCol="1270" anchor="ctr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100" kern="1200"/>
            <a:t>Select, configure and deploy tools in a toolbox</a:t>
          </a:r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100" kern="1200"/>
            <a:t>Build once, reuse across agents</a:t>
          </a:r>
        </a:p>
      </dsp:txBody>
      <dsp:txXfrm rot="-5400000">
        <a:off x="1428834" y="67600"/>
        <a:ext cx="8831497" cy="1197239"/>
      </dsp:txXfrm>
    </dsp:sp>
    <dsp:sp modelId="{5C0CC2D4-5830-443A-B59F-7E3F5299EF1C}">
      <dsp:nvSpPr>
        <dsp:cNvPr id="0" name=""/>
        <dsp:cNvSpPr/>
      </dsp:nvSpPr>
      <dsp:spPr>
        <a:xfrm rot="5400000">
          <a:off x="-306178" y="2062483"/>
          <a:ext cx="2041192" cy="1428834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Consume</a:t>
          </a:r>
        </a:p>
      </dsp:txBody>
      <dsp:txXfrm rot="-5400000">
        <a:off x="1" y="2470721"/>
        <a:ext cx="1428834" cy="612358"/>
      </dsp:txXfrm>
    </dsp:sp>
    <dsp:sp modelId="{98DAB52B-DE50-445E-928B-E146DED44FA9}">
      <dsp:nvSpPr>
        <dsp:cNvPr id="0" name=""/>
        <dsp:cNvSpPr/>
      </dsp:nvSpPr>
      <dsp:spPr>
        <a:xfrm rot="5400000">
          <a:off x="5213579" y="-2028440"/>
          <a:ext cx="1326775" cy="889626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0472" tIns="19685" rIns="19685" bIns="19685" numCol="1" spcCol="1270" anchor="ctr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100" kern="1200"/>
            <a:t>Connect your agent to an MCP endpoint</a:t>
          </a:r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100" kern="1200"/>
            <a:t>Access all tools in the toolbox</a:t>
          </a:r>
        </a:p>
      </dsp:txBody>
      <dsp:txXfrm rot="-5400000">
        <a:off x="1428834" y="1821073"/>
        <a:ext cx="8831497" cy="119723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C82CCD-5348-492F-A3F5-86C5F20F9038}">
      <dsp:nvSpPr>
        <dsp:cNvPr id="0" name=""/>
        <dsp:cNvSpPr/>
      </dsp:nvSpPr>
      <dsp:spPr>
        <a:xfrm>
          <a:off x="527499" y="882194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9302FD-A46D-4C6B-857B-2BBF5FAF23FD}">
      <dsp:nvSpPr>
        <dsp:cNvPr id="0" name=""/>
        <dsp:cNvSpPr/>
      </dsp:nvSpPr>
      <dsp:spPr>
        <a:xfrm>
          <a:off x="32499" y="1962241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Foundry docs on Microsoft Learn</a:t>
          </a:r>
        </a:p>
      </dsp:txBody>
      <dsp:txXfrm>
        <a:off x="32499" y="1962241"/>
        <a:ext cx="1800000" cy="720000"/>
      </dsp:txXfrm>
    </dsp:sp>
    <dsp:sp modelId="{52415A80-ACB7-4A89-95F6-EEB1A1253A12}">
      <dsp:nvSpPr>
        <dsp:cNvPr id="0" name=""/>
        <dsp:cNvSpPr/>
      </dsp:nvSpPr>
      <dsp:spPr>
        <a:xfrm>
          <a:off x="2642499" y="882194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AE4088-A853-43AC-960C-C1349B237B8F}">
      <dsp:nvSpPr>
        <dsp:cNvPr id="0" name=""/>
        <dsp:cNvSpPr/>
      </dsp:nvSpPr>
      <dsp:spPr>
        <a:xfrm>
          <a:off x="2147499" y="1962241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Agent Services docs</a:t>
          </a:r>
        </a:p>
      </dsp:txBody>
      <dsp:txXfrm>
        <a:off x="2147499" y="1962241"/>
        <a:ext cx="1800000" cy="720000"/>
      </dsp:txXfrm>
    </dsp:sp>
    <dsp:sp modelId="{0FF86C18-80F2-4498-BC7D-6A5AB46DA32D}">
      <dsp:nvSpPr>
        <dsp:cNvPr id="0" name=""/>
        <dsp:cNvSpPr/>
      </dsp:nvSpPr>
      <dsp:spPr>
        <a:xfrm>
          <a:off x="4757500" y="882194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E8E413-04C7-439B-9C90-1BFF9BCEA1C8}">
      <dsp:nvSpPr>
        <dsp:cNvPr id="0" name=""/>
        <dsp:cNvSpPr/>
      </dsp:nvSpPr>
      <dsp:spPr>
        <a:xfrm>
          <a:off x="4262500" y="1962241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Azure SDKs</a:t>
          </a:r>
        </a:p>
      </dsp:txBody>
      <dsp:txXfrm>
        <a:off x="4262500" y="1962241"/>
        <a:ext cx="1800000" cy="720000"/>
      </dsp:txXfrm>
    </dsp:sp>
    <dsp:sp modelId="{717FE526-FFA2-4EF2-843E-F10295A183C6}">
      <dsp:nvSpPr>
        <dsp:cNvPr id="0" name=""/>
        <dsp:cNvSpPr/>
      </dsp:nvSpPr>
      <dsp:spPr>
        <a:xfrm>
          <a:off x="6872500" y="882194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39AEDE-8F2A-408F-AD04-037440434D3F}">
      <dsp:nvSpPr>
        <dsp:cNvPr id="0" name=""/>
        <dsp:cNvSpPr/>
      </dsp:nvSpPr>
      <dsp:spPr>
        <a:xfrm>
          <a:off x="6377500" y="1962241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REST API reference</a:t>
          </a:r>
        </a:p>
      </dsp:txBody>
      <dsp:txXfrm>
        <a:off x="6377500" y="1962241"/>
        <a:ext cx="1800000" cy="720000"/>
      </dsp:txXfrm>
    </dsp:sp>
    <dsp:sp modelId="{058AA535-EF69-437D-92A3-5E5652CA713B}">
      <dsp:nvSpPr>
        <dsp:cNvPr id="0" name=""/>
        <dsp:cNvSpPr/>
      </dsp:nvSpPr>
      <dsp:spPr>
        <a:xfrm>
          <a:off x="8987500" y="882194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A40068-2E8F-4ABB-A330-FB09EACAC07E}">
      <dsp:nvSpPr>
        <dsp:cNvPr id="0" name=""/>
        <dsp:cNvSpPr/>
      </dsp:nvSpPr>
      <dsp:spPr>
        <a:xfrm>
          <a:off x="8492500" y="1962241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Slides and demo code</a:t>
          </a:r>
        </a:p>
      </dsp:txBody>
      <dsp:txXfrm>
        <a:off x="8492500" y="1962241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#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#6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#7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7DD75F-333F-452B-96DF-7BBBF8D62236}" type="datetimeFigureOut">
              <a:rPr lang="en-US" smtClean="0"/>
              <a:t>8/24/26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781741-E446-48F1-9163-327CAF9787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648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Welcome! This session will provide a practical tour of Foundry agent services capabilities beyond the basic chat prompt.</a:t>
            </a:r>
          </a:p>
          <a:p>
            <a:pPr marL="171450" indent="-171450">
              <a:buFontTx/>
              <a:buChar char="-"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three anchors are custom tools, MCP, and Microsoft Foundry as the management and hosting layer.</a:t>
            </a:r>
          </a:p>
          <a:p>
            <a:pPr marL="171450" indent="-171450">
              <a:buFontTx/>
              <a:buChar char="-"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We’ll see two concrete demos: deploy &amp; call a hosted agent and compose &amp; leverage a reusable toolbox.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781741-E446-48F1-9163-327CAF97876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6812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781741-E446-48F1-9163-327CAF97876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9607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781741-E446-48F1-9163-327CAF97876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5202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Foundry Agents arc:</a:t>
            </a:r>
          </a:p>
          <a:p>
            <a:pPr marL="628650" lvl="1" indent="-171450">
              <a:buFontTx/>
              <a:buChar char="-"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Platform</a:t>
            </a:r>
          </a:p>
          <a:p>
            <a:pPr marL="628650" lvl="1" indent="-171450">
              <a:buFontTx/>
              <a:buChar char="-"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Agent-service choices</a:t>
            </a:r>
          </a:p>
          <a:p>
            <a:pPr marL="628650" lvl="1" indent="-171450">
              <a:buFontTx/>
              <a:buChar char="-"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Hosted-agent demo</a:t>
            </a:r>
          </a:p>
          <a:p>
            <a:pPr marL="628650" lvl="1" indent="-171450">
              <a:buFontTx/>
              <a:buChar char="-"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Tools and MCP</a:t>
            </a:r>
          </a:p>
          <a:p>
            <a:pPr marL="628650" lvl="1" indent="-171450">
              <a:buFontTx/>
              <a:buChar char="-"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Toolbox demo</a:t>
            </a:r>
          </a:p>
          <a:p>
            <a:pPr marL="628650" lvl="1" indent="-171450">
              <a:buFontTx/>
              <a:buChar char="-"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Operations and management</a:t>
            </a:r>
          </a:p>
          <a:p>
            <a:pPr marL="171450" indent="-171450">
              <a:buFontTx/>
              <a:buChar char="-"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Along the way, we’ll watch for the boundary between code you own and capabilities Foundry manages.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781741-E446-48F1-9163-327CAF97876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8522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Microsoft Foundry is the Azure platform for building and operating AI applications and agents.</a:t>
            </a:r>
          </a:p>
          <a:p>
            <a:pPr marL="171450" indent="-171450">
              <a:buFontTx/>
              <a:buChar char="-"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brings together projects, model deployments, agent authoring, tools, evaluation, tracing, and governance.</a:t>
            </a:r>
          </a:p>
          <a:p>
            <a:pPr marL="171450" indent="-171450">
              <a:buFontTx/>
              <a:buChar char="-"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It’s important to remember that Foundry is more than a model endpoint: the surrounding lifecycle is the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781741-E446-48F1-9163-327CAF97876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4492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 a high level, the models provide reasoning, agents provide behavior, and tools connect behavior to data and actions.</a:t>
            </a:r>
          </a:p>
          <a:p>
            <a:pPr marL="171450" indent="-171450">
              <a:buFontTx/>
              <a:buChar char="-"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Types of agents in Foundry:</a:t>
            </a:r>
          </a:p>
          <a:p>
            <a:pPr marL="628650" lvl="1" indent="-171450">
              <a:buFontTx/>
              <a:buChar char="-"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Prompt agents are configuration-based</a:t>
            </a:r>
          </a:p>
          <a:p>
            <a:pPr marL="628650" lvl="1" indent="-171450">
              <a:buFontTx/>
              <a:buChar char="-"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Hosted agents are code-backed</a:t>
            </a:r>
          </a:p>
          <a:p>
            <a:pPr marL="628650" lvl="1" indent="-171450">
              <a:buFontTx/>
              <a:buChar char="-"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Both can use tools</a:t>
            </a:r>
          </a:p>
          <a:p>
            <a:pPr marL="171450" indent="-171450">
              <a:buFontTx/>
              <a:buChar char="-"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model catalog is broad, but model availability, quotas, region, and tool support still matter.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781741-E446-48F1-9163-327CAF97876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161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1:50pm</a:t>
            </a:r>
          </a:p>
          <a:p>
            <a:pPr marL="171450" indent="-171450">
              <a:buFontTx/>
              <a:buChar char="-"/>
            </a:pP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Agent Services in Foundry is the execution layer for agents.</a:t>
            </a:r>
          </a:p>
          <a:p>
            <a:pPr marL="171450" indent="-171450">
              <a:buFontTx/>
              <a:buChar char="-"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Think about where your agent code should run and where state, identity, and telemetry should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781741-E446-48F1-9163-327CAF97876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9052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Prompt agents</a:t>
            </a:r>
          </a:p>
          <a:p>
            <a:pPr marL="628650" lvl="1" indent="-171450">
              <a:buFontTx/>
              <a:buChar char="-"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Author in the portal or SDKs</a:t>
            </a:r>
          </a:p>
          <a:p>
            <a:pPr marL="628650" lvl="1" indent="-171450">
              <a:buFontTx/>
              <a:buChar char="-"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Foundry runs the service for you</a:t>
            </a:r>
          </a:p>
          <a:p>
            <a:pPr marL="171450" indent="-171450">
              <a:buFontTx/>
              <a:buChar char="-"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Hosted agents</a:t>
            </a:r>
          </a:p>
          <a:p>
            <a:pPr marL="628650" lvl="1" indent="-171450">
              <a:buFontTx/>
              <a:buChar char="-"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Bring your code, packages, protocols, and runtime assumptions</a:t>
            </a:r>
          </a:p>
          <a:p>
            <a:pPr marL="628650" lvl="1" indent="-171450">
              <a:buFontTx/>
              <a:buChar char="-"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Foundry supplies a managed endpoint and hosting lifecycle</a:t>
            </a:r>
          </a:p>
          <a:p>
            <a:pPr marL="171450" indent="-171450">
              <a:buFontTx/>
              <a:buChar char="-"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Decide what suits your needs</a:t>
            </a:r>
          </a:p>
          <a:p>
            <a:pPr marL="628650" lvl="1" indent="-171450">
              <a:buFontTx/>
              <a:buChar char="-"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 with prompt agents for speed and managed execution. Think of it as an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agent.md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the cloud.</a:t>
            </a:r>
          </a:p>
          <a:p>
            <a:pPr marL="628650" lvl="1" indent="-171450">
              <a:buFontTx/>
              <a:buChar char="-"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Move to hosted agents when application code or runtime control is the requirement.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781741-E446-48F1-9163-327CAF97876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6638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1:55pm</a:t>
            </a:r>
          </a:p>
          <a:p>
            <a:pPr marL="171450" indent="-171450">
              <a:buFontTx/>
              <a:buChar char="-"/>
            </a:pP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hosted agent looks like other C# software development</a:t>
            </a:r>
          </a:p>
          <a:p>
            <a:pPr marL="628650" lvl="1" indent="-171450">
              <a:buFontTx/>
              <a:buChar char="-"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Local loop (code, build, test locally)</a:t>
            </a:r>
          </a:p>
          <a:p>
            <a:pPr marL="628650" lvl="1" indent="-171450">
              <a:buFontTx/>
              <a:buChar char="-"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Dependency management</a:t>
            </a:r>
          </a:p>
          <a:p>
            <a:pPr marL="628650" lvl="1" indent="-171450">
              <a:buFontTx/>
              <a:buChar char="-"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Deployment, versions, and logs</a:t>
            </a:r>
          </a:p>
          <a:p>
            <a:pPr marL="171450" indent="-171450">
              <a:buFontTx/>
              <a:buChar char="-"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platform boundary removes infrastructure work without hiding the application boundary.</a:t>
            </a:r>
          </a:p>
          <a:p>
            <a:pPr marL="171450" indent="-171450">
              <a:buFontTx/>
              <a:buChar char="-"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Let’s get into Demo 1:</a:t>
            </a:r>
          </a:p>
          <a:p>
            <a:pPr marL="628650" lvl="1" indent="-171450">
              <a:buFontTx/>
              <a:buChar char="-"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We’ll see the project, discuss running locally, deployment, invoke the hosted agent, and inspect the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781741-E446-48F1-9163-327CAF97876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0360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2:05pm</a:t>
            </a:r>
          </a:p>
          <a:p>
            <a:pPr marL="171450" indent="-171450">
              <a:buFontTx/>
              <a:buChar char="-"/>
            </a:pP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tool lets the agent do something the model cannot otherwise reliably do:</a:t>
            </a:r>
          </a:p>
          <a:p>
            <a:pPr marL="628650" lvl="1" indent="-171450">
              <a:buFontTx/>
              <a:buChar char="-"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Retrieve current information</a:t>
            </a:r>
          </a:p>
          <a:p>
            <a:pPr marL="628650" lvl="1" indent="-171450">
              <a:buFontTx/>
              <a:buChar char="-"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Query data</a:t>
            </a:r>
          </a:p>
          <a:p>
            <a:pPr marL="628650" lvl="1" indent="-171450">
              <a:buFontTx/>
              <a:buChar char="-"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Calculate, or take an action.</a:t>
            </a:r>
          </a:p>
          <a:p>
            <a:pPr marL="171450" indent="-171450">
              <a:buFontTx/>
              <a:buChar char="-"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Function tools are a good fit for application-owned logic.</a:t>
            </a:r>
          </a:p>
          <a:p>
            <a:pPr marL="171450" indent="-171450">
              <a:buFontTx/>
              <a:buChar char="-"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MCP is a good fit for reusable server-hosted capabilities.</a:t>
            </a:r>
          </a:p>
          <a:p>
            <a:pPr marL="171450" indent="-171450">
              <a:buFontTx/>
              <a:buChar char="-"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Tool descriptions, authentication, approval, and data boundaries are part of the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781741-E446-48F1-9163-327CAF97876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5143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toolbox bundles tools behind one MCP-compatible endpoint.</a:t>
            </a:r>
          </a:p>
          <a:p>
            <a:pPr marL="171450" indent="-171450">
              <a:buFontTx/>
              <a:buChar char="-"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centralizes reuse, credentials, policy, and versioning. </a:t>
            </a:r>
          </a:p>
          <a:p>
            <a:pPr marL="628650" lvl="1" indent="-171450">
              <a:buFontTx/>
              <a:buChar char="-"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agent consumes the contract rather than knowing every implementation detail.</a:t>
            </a:r>
          </a:p>
          <a:p>
            <a:pPr marL="171450" indent="-171450">
              <a:buFontTx/>
              <a:buChar char="-"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We’ll use the Microsoft Learn MCP server in this demo </a:t>
            </a:r>
          </a:p>
          <a:p>
            <a:pPr marL="628650" lvl="1" indent="-171450">
              <a:buFontTx/>
              <a:buChar char="-"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You’ll see current documentation retrieval with citations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781741-E446-48F1-9163-327CAF97876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4780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2:10pm</a:t>
            </a:r>
          </a:p>
          <a:p>
            <a:pPr marL="171450" indent="-171450">
              <a:buFontTx/>
              <a:buChar char="-"/>
            </a:pP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Demo 2: create the connection, define the toolbox, add Web Search and Microsoft Learn MCP, attach the version to an agent, and ask a documentation question.</a:t>
            </a:r>
          </a:p>
          <a:p>
            <a:pPr marL="171450" indent="-171450">
              <a:buFontTx/>
              <a:buChar char="-"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Pause on the tool call and the cited answer. That is the visible proof of grounding.</a:t>
            </a:r>
          </a:p>
          <a:p>
            <a:pPr marL="171450" indent="-171450">
              <a:buFontTx/>
              <a:buChar char="-"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Show the version boundary: changing the bundle should not require changing the agent's core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781741-E446-48F1-9163-327CAF97876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3821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2:20pm</a:t>
            </a:r>
          </a:p>
          <a:p>
            <a:pPr marL="171450" indent="-171450">
              <a:buFontTx/>
              <a:buChar char="-"/>
            </a:pP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single successful demo says little about production health.</a:t>
            </a:r>
          </a:p>
          <a:p>
            <a:pPr marL="171450" indent="-171450">
              <a:buFontTx/>
              <a:buChar char="-"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Foundry Control Plane provides inventory and lifecycle views across agents and projects</a:t>
            </a:r>
          </a:p>
          <a:p>
            <a:pPr marL="628650" lvl="1" indent="-171450">
              <a:buFontTx/>
              <a:buChar char="-"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Application Insights-backed tracing exposes runs, errors, usage, and cost signals.</a:t>
            </a:r>
          </a:p>
          <a:p>
            <a:pPr marL="171450" indent="-171450">
              <a:buFontTx/>
              <a:buChar char="-"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We’ll look at a trace if there’s time: </a:t>
            </a:r>
          </a:p>
          <a:p>
            <a:pPr marL="628650" lvl="1" indent="-171450">
              <a:buFontTx/>
              <a:buChar char="-"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contains the request, model spans, tool calls, latency, and conversation correlation.</a:t>
            </a:r>
          </a:p>
          <a:p>
            <a:pPr marL="171450" indent="-171450">
              <a:buFontTx/>
              <a:buChar char="-"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Remember that traces can contain sensitive inputs and tool arguments.</a:t>
            </a:r>
          </a:p>
          <a:p>
            <a:pPr marL="628650" lvl="1" indent="-171450">
              <a:buFontTx/>
              <a:buChar char="-"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It’s important to leverage access controls and redact sensitive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781741-E446-48F1-9163-327CAF97876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1847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2:23pm</a:t>
            </a:r>
          </a:p>
          <a:p>
            <a:pPr marL="171450" indent="-171450">
              <a:buFontTx/>
              <a:buChar char="-"/>
            </a:pP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 everything from the links file in my speaking repo, especially Foundry overview, hosted agents, MCP, toolboxes, and tracing.</a:t>
            </a:r>
          </a:p>
          <a:p>
            <a:pPr marL="171450" indent="-171450">
              <a:buFontTx/>
              <a:buChar char="-"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 with a small prompt agent or hosted sample, then add one tool with a clear contract.</a:t>
            </a:r>
          </a:p>
          <a:p>
            <a:pPr marL="171450" indent="-171450">
              <a:buFontTx/>
              <a:buChar char="-"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Remember that preview labels, regional support, and SDK versions should be checked before production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781741-E446-48F1-9163-327CAF97876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1235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2:25pm</a:t>
            </a:r>
          </a:p>
          <a:p>
            <a:pPr marL="171450" indent="-171450">
              <a:buFontTx/>
              <a:buChar char="-"/>
            </a:pP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 questions about choosing the hosting model, connecting MCP servers, identity, and deployment workflows?</a:t>
            </a:r>
          </a:p>
          <a:p>
            <a:pPr marL="171450" indent="-171450">
              <a:buFontTx/>
              <a:buChar char="-"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practical summary of Foundry Agents:</a:t>
            </a:r>
          </a:p>
          <a:p>
            <a:pPr marL="628650" lvl="1" indent="-171450">
              <a:buFontTx/>
              <a:buChar char="-"/>
            </a:pPr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Agents 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become useful when they can access the right tools, and maintainable when those tools and runtimes are managed deliberately.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781741-E446-48F1-9163-327CAF97876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9895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43A7CD3-94E1-42A9-BAB7-2AFCD9FCB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078" y="722903"/>
            <a:ext cx="10495904" cy="2460770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67609B-8FD3-4FF7-8EBC-6619CA868B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1078" y="3428997"/>
            <a:ext cx="10495904" cy="230663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7A76F-3401-4F50-AE85-8F2AA247B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02E50-D34E-4DD4-8B3B-55D08F25F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53B71-D2FA-4DDC-9C9C-E26F7B591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988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D8D6B-70A2-430A-9F5D-DA093D8C1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A2845-6CA6-4745-A951-25B8D5319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49424-7A20-4BA1-9F60-671A5DBB3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BD2B2-E17F-402E-8EA3-5C7C1118A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23070-8658-4AC0-B2A3-4BE605A84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613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69DB7AC-F7D7-430A-A2A7-CD3EBBF1D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6AAF10E-F092-4160-BF4A-FF568555B790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6341C04-9B94-4385-A661-7B8C1700049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C1D709-6A0F-409C-B2D0-C248E562265E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999BE53-BA11-4B67-BFBB-6281DB50C75D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B662D93-31C1-4DFB-A938-E631F89AA9F0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7ECC8DA-0BEC-4508-89D4-12FA35B481F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7DC8E6C-1B78-4B89-82DD-BBA778CD1482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8E5F54A-0315-4B15-B865-1F0460526260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DD7F352-DE39-4835-8D3F-69CDEC490F1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9D6F20A-F777-4F41-B23B-735A64FA5DA3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1BBADBA-0F74-418B-BC50-AD44596C3EF8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918BE26-88E5-457C-8095-745F34D1536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FB269E0-E058-4340-B93D-7D40FFF521F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DDD9AEE-5501-4385-B339-4616F567B53D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4D29C61-8926-4C98-882B-AB90108C8386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AC585F9-B633-4F7E-AADE-75079DC17158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5DC6366-5525-4FBC-9886-D4409F6B299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CC03CF9-098C-4140-806A-023D3DC3F2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C41BC4-89DF-4EC4-A141-9EF16D8EEB5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32AD067-E64C-499E-9C0A-A725258744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653DD54-FA2B-4B91-A94E-3C46AE21B38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86AC204-156B-442E-B028-01036BD1F2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03512DE-F013-431A-9F6E-ADDA88FB2DD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E95FEE1-61A9-4065-B9F8-5589180AC62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028AA59-C1FA-46C0-BFDD-1C1D3404C81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A5C99EE-B791-470A-8639-0357A751EB4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54F4204-F48B-4AF5-B11E-0CE7D972AC3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76643FE-3966-4B82-9623-C61A56EDD20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DD769C5-B1B1-45BD-A40A-67E6568C843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A511707-50C7-48B2-81F7-5C82BF57795C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38D44F3-CCFE-48A0-8414-FFF5E43D9184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D126FE0-8204-40BB-AD46-4A0C7A475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18115"/>
            <a:ext cx="10312571" cy="278150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5E350-4200-419C-A167-527DD6B77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3753350"/>
            <a:ext cx="10312571" cy="1991572"/>
          </a:xfrm>
        </p:spPr>
        <p:txBody>
          <a:bodyPr/>
          <a:lstStyle>
            <a:lvl1pPr marL="0" indent="0">
              <a:buNone/>
              <a:defRPr lang="en-US" sz="24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6741F519-22CF-4C01-B140-5480DBAB3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D1550-9064-4767-B70A-3501AF956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E1C33-2E8E-4041-9683-12048CB8A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36992-B921-4F3F-9C4A-0D67E618D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295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CFDF5-4B31-4F1B-83BA-82A951037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312571" cy="13548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EC9A6-F718-4497-8A75-637EE17458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078" y="2345843"/>
            <a:ext cx="500958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03E57-9695-4508-9778-B3DB1FB5F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35075" y="2345843"/>
            <a:ext cx="506857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4CEE6-B9DC-4CCC-8F4C-0B4DADFB0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8/24/26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C85191-5804-47C9-95EB-D49D71573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6B0A03-44F6-4299-B45D-E07A02390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117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920E6-CC97-4BD8-92FE-8F36024D0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0"/>
            <a:ext cx="10320062" cy="14075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872FB-EDD5-42FB-8A9A-279EAD4FB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2331481"/>
            <a:ext cx="4963444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5F28C1-95C8-476A-8D93-D580DD39D8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1078" y="2954564"/>
            <a:ext cx="4963444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15485-EE1A-41B0-873A-BA9D06E88B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03351" y="2331481"/>
            <a:ext cx="4900298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81A6FB-1583-4A1B-A4A7-C65062C57B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03351" y="2954564"/>
            <a:ext cx="4900298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A29EA7-E61E-4617-9DA9-40B9299B3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/>
          <a:lstStyle/>
          <a:p>
            <a:fld id="{8F72BA41-EC5B-4197-BCC8-0FD2E523CD7A}" type="datetimeFigureOut">
              <a:rPr lang="en-US" smtClean="0"/>
              <a:t>8/24/26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6249CC-EB72-46A6-87D9-5FBDA8E45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A04EE7-47BE-4ECE-A170-793C4E569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238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E4946-24AD-40DD-95A7-49BA49C22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501177" cy="140123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8CF342-49F6-482D-943E-7E50B1694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8/24/26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4033E5-3797-4FF8-866F-9FD9325A9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DC1E67-424D-4638-98F8-38E71A410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410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5BED274-5EB4-4EF4-B353-E55BD5026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0418BE5-560E-4E49-B12D-B555511FED72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49D1162-73B9-420F-BCBE-95039D00CD2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2BA76FE-316A-48E2-A03B-4E05691C4348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E678FBC-A6AD-4422-BA24-A4172F8862CA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D3C5C3E-2D08-43F0-AFAC-E15360CA7D3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BEAC62-AF92-4A65-9790-6F6E0C6C5A1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C77D7C5-E76E-4E82-BFC4-9A75D2C8089D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66E0152-96B9-4067-80D3-D9BDE6D7EC9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918AFCC-B9DA-4092-8FBA-2CFEDB0388E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1EC7D33-C87E-4812-A722-53C5D99272B5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5F239E3-501A-4C3C-9BE4-6BFA0D3126B7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B62BF3B-95BB-4188-AAE5-015A0EF3D18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14E5F0F-0124-40D0-A0BF-AE307A0E15F4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BADC3B1-26C7-4CF1-B29D-4D0DEA3E2633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0A7DF6E-1132-4A80-9B18-593B1ACD778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EF19589-10D8-4A8F-A0B1-F7CE380E3001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8E6BB32-C4F8-4914-88D3-7DC5E79D023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8F046EE-9DBA-4924-A19C-ED8741F5F81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AABBC44-ABA8-4913-824E-64D34472464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4272B22-1C39-47A0-8551-73666AFBE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8CDFF66-464C-4ABF-BB01-00500A3B75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079FC88-BD3B-4C04-9B90-0FC93C1792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1FCAED8-8687-4141-A7C3-0D88ACEDFEC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65038E6-7B32-460F-B804-D6C105FF44C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C5DAE85-AD17-454B-AB64-CEFF52FDAB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C603643-2066-4967-AE4B-9DA143843B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37E9533-9B07-43E3-B939-7BADC01FEE8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DCCAAEE-AB2E-4534-893A-3DB109499FB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8BD39A2-970F-4714-AAA6-67EE99A0EAA9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F4A1387-348B-4E46-9B65-FDF76ED0EF20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F5DAF27-A54D-442A-93E4-BA7F04EAE379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EA265F-80A1-448D-A6EB-CE8D6F6EC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8/24/26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15D00D-89E6-4E7A-9A4D-A8CCEB3BE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B5AEA-8C38-4776-878C-AB01474D9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721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C4853C57-22BC-4465-8B37-DC06FE5A0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2" y="314485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67C0A6-48E9-4845-9EBF-EF2A3DFD2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99914" cy="299658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8B542-2084-485C-ABFC-94340B4C7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672" y="708102"/>
            <a:ext cx="5656716" cy="543064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7791F-9546-470D-A174-D75285263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6544"/>
            <a:ext cx="4499914" cy="2162201"/>
          </a:xfrm>
        </p:spPr>
        <p:txBody>
          <a:bodyPr>
            <a:normAutofit/>
          </a:bodyPr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550D594-9D00-4E12-9A7B-8B78EC199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5DEA230-2680-47DD-BD49-FDBF4C1105A5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0BA61D-887F-46F1-B20D-EA4C38D467C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350DFBA-D16D-4AE0-8339-58C4089B94AD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F4AAAA5-CEFC-4C25-91D3-5AE49F720DA5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4D142AD-3FA3-43E4-8A61-61CF1E41568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C3755A3-93F4-4EC4-9635-7E89E4AF1D3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0BFB588-0AB8-4BD8-9272-1CA867726018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45A6DF3-CF29-4480-A235-EAE88D65A63C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D6FF036-365A-4C15-8E15-0D5BBEBCEA58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85E76FF-4E86-4E42-B67E-B11AAE8D3076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1A64CEE-7CED-4EB2-A414-6F2D91E824F9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12C571B-47A6-49EB-A29F-678368BAED9F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160B109-845C-4119-BB66-9887B3859A7D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8B7447-FF64-42D9-B3C6-2BDC6F547ED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FFF9B71-8653-450D-AFBE-2140D586FB5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F0B9E5A-C1DA-445C-A911-721DF98DDCD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5C9A3DC-A478-4469-9359-34A435689F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7DE3299-EED7-4771-A270-F6B02941AD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434422A-5B59-41DC-8E2A-1A8244580E3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A176117-0990-434B-A9D9-B4B9043C544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7D6425E-C84A-462F-98F8-D0AB4FC3AF8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F13AB68-7321-4AC2-AC60-0F417877D07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E275CCE-D06F-49D0-8A47-372C5040330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D4B374E-EEBC-4A9C-B3B4-B269EC7198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D80A7E6-BBEF-4EF1-B14A-29F26BFCF8E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D7BC013-9B50-459D-8B8D-F756514A478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48964C0-675D-4807-B795-4B695A8F84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6911512-51A8-4CE7-A043-425C809EB5F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3C15D1E-0EDF-4AD7-90C7-3D8D64E645D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8265A2D-2A6A-4301-B59F-8BAD98D9A57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4A4907F-2D1D-49D1-882D-119AA5E1183B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A2284-37AB-43F5-98B8-8AB49DBFA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8/24/26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8ABAA-E2F7-4C89-99ED-2C340220D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2EF12-B2CD-4F3C-9F19-A86915405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008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DA6865-0A03-48FA-AD6E-D5BF8FDE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277E8EB-0DA2-40E4-AD12-1CCD0D262D0B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5BFE9F8-907A-4FFC-9FDE-2B51D238C4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BDDC323-8732-4007-BB81-1BE917E3B2FF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08FC40-8403-438D-95CA-E4EDC66192A9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411D218-3FEA-4455-9809-91F029FB55AE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541390F-BE50-4E4E-9DA2-B5F23F1A93D8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EB3F094-97B5-48E1-A4DE-8BEED255028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D4DBB43-CB34-4881-9445-A7FE131D5327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B71F972-027A-47F0-996C-84BFE4574050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C41353D-93C8-43F8-BBDE-7AB6B29EC38C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CF07B24-CBD8-4F09-81EB-504285F8E11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27873BB-1D79-4055-801C-BDA0F9A1513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008D42B-2F35-497E-A26D-9AF008619D4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7F57499-C4D9-4B7D-BADA-38462AA3164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271F2B9-1FFA-4350-9370-B098459A232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8FBAFFC-DC8F-4BB4-B405-E4AAA269AED4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94FCE64-D7A5-411A-8795-932DD39F95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0B4ECFC-FD43-44CF-B7FA-2A8C565140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9DFBC12-1E1D-44DE-9966-BAB05B2466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9BEF096-361C-478B-81EB-37584119BFE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FC81993-CE86-4910-B9CE-B69375BDCE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75613D7-9FB0-4D33-8784-EC059DE019C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520AFD9-E849-4F42-99B2-928E6098C29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A200B0B-91CD-4D66-ADFC-9585D283103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5DB0C45-30CE-4C85-95C6-FFF4977C64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DC31604-5F93-436D-A9D2-A48846D4E0D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FF1B965-7DE1-4AE3-B28B-DB6847BC52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D9FB65-4392-4D6A-8ACC-8151F682BFE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B40380C-3493-4AFE-BF13-AE68A8D244B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CB21DF1-4859-4991-9C10-F8FA68F41013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54AD212-17DC-4506-AAA0-34A46A0B11C3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5B556E7-762B-4E18-A961-A4F7A9ECF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34823" cy="3020519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7118AF-C54D-406D-AABE-AED6576D12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98672" y="713677"/>
            <a:ext cx="5304977" cy="543064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205CDEB9-8DED-4711-8140-4C943FC2C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314330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E13C3F-6360-4760-9477-C3831A6E2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0330"/>
            <a:ext cx="4434823" cy="2173992"/>
          </a:xfrm>
        </p:spPr>
        <p:txBody>
          <a:bodyPr/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92D3B-60EE-4FC5-9ED7-444530084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8/24/26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F831E-9B19-4936-8BC9-F62A9B11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71E1D1-F7A2-40D0-91DA-07468A965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96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BD70F-ACE4-4595-845E-2296BDF83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978CD9-E0B5-4B48-8366-91E6D22C9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AF4B4-44D3-4E29-B235-A1B868207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7BA37-9639-480E-84AB-EA277225C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FC658-154E-48DE-AD31-813E5170C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09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5405209-5179-4359-91ED-1B1A46619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E32344F-3BE0-4CE8-B1BD-9ABD425E1C0D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99DE306-F4FB-4730-A066-ADF38D73956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CB32885-303F-477F-A081-27425944F230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60C0C0B-4CD0-467D-A382-2B2415102C48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788DF0F-327F-43A5-AB71-3D32053D83CA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98A0902-2662-4911-A532-AA6310861479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ABDA4F7-23F4-46D1-8B7E-A21DD84083E1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7FC9FC2-8808-438E-8FFB-5FE416BFB5C8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04694E5-71F9-4210-9BE8-FC12CC177BD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B37E805-A7E5-4906-B0C5-1373F3DA962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4CD964-FBD6-41AB-8A02-9509A2BAC11F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9CD7FF8-E827-4E0A-BCE2-CCB34EDAC0F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C4AD6BB-F1EE-4FB8-96E8-6890447800EC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E935057-E0A3-4DAE-B9C8-6E818D7A7205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08DDF69-1C14-453C-BC3A-37D3FE69DFC7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6C26D82-15BA-4B2E-A42D-2ECA8012D30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7F73B67-E5E9-4000-91DA-034B2127EFD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AFAC1B5-F0DD-4FC0-B4C9-77CB29DF44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ACB3DB-54B2-4CEE-A791-C6FC6C758DA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8324004-1030-47D9-B817-425FF6ECC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AA001C4-81AB-4FA6-ADAA-C8618056353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D1DAD34-7844-4F16-9874-F51F2A23B9E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7DCBC6D-1BDA-4CB1-A3EC-59F240C8FA1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5B3C1A0-58E7-47E4-831B-CF3EE21D1E9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8A09FAA-E123-4FE4-B67A-9EBDE1A313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317B7C6-C816-4A58-B184-135E4FD19F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4D22ABB-4CE8-47DC-80BF-39B3E4CF704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A17DE37-A292-4031-AF42-CDB00A13EE7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73EF673-CB75-435F-9BF3-7594EC3ADF8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35F4581-15F6-47EE-87D0-1132A093DBA5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65CF984-F5BD-45C4-9A12-B02DB4F044E1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ACE66A86-8455-497B-9CA4-F460A19E5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8900000">
            <a:off x="7770390" y="-28737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68C62B-71EF-4824-9EE8-6CAE179842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07774" y="715616"/>
            <a:ext cx="3295876" cy="502659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43E4C8-4AA9-49D7-BF71-1AB5F2CFE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3588" y="715616"/>
            <a:ext cx="6770448" cy="50265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898B3-014E-440B-BA4E-106339212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22643-CE63-4C3E-B437-5A1A5EF91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1CE5E-160A-4B37-94E2-3D9DC75BF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745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BDF0D99C-5D42-41C6-A50C-C4E2D6B2A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F28962D-50BA-43F8-8863-28ECE711D3F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80F5939-D4E0-46FD-9A5A-5D648E38109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633D331-78CB-40A1-B167-8185EC5D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512E4B1-E78E-49E7-AA36-374CC1B084E4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7D46340-CBFC-490F-B44E-7AA8FBF58B05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575C26C-3EBD-4AA9-BA4D-2561E295D65D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35DB6BE-E065-4559-BF5C-36B56B379040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DA54272-CD9D-4F68-BBAB-4F0C0C3EC63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002CE8F-9256-4F2C-B474-58873717119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9C9DE9F-4252-401D-913E-B74C9E326F9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FE4E69B-534F-4A80-9E1C-798BEE1B079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7564E1C-009C-4832-AE8D-E98286693F0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305DF1C-5801-43F2-A8B9-5351369418C0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06E71C8-0783-4E17-9B34-F51231DD2954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08F17-2A89-4B0A-A2EA-692390969FE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BE22751-380F-44F9-BEED-0A553CF87BE5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7B27910-846F-4E4E-B588-F5B2E026FE9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6E0501E-134E-46D7-984F-3A382B0BB29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0A83974-CBD7-4A69-9D84-2D3BBDE027A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503E931-00D4-4B0C-BC69-49FE5C76651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7732A30-BE2F-4D71-BC37-60F7B44591B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C8EB840-DE7D-4E67-989C-F4D8F50E15B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F05D2CC2-53CC-487E-A72E-42B1E9B1846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3A12D6B-1D60-4F26-8FB9-74AD5B070BD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1895D00-2D63-443C-95A8-5EB6E5EECBF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AC50652-2A56-4382-95D0-971644EE0FA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A50A374-8880-482D-B54F-F74E0D7BE18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66364D8-CCC7-4AAF-94BC-766EC160D9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A0DC409-26E2-4453-89FD-745EA849BE7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39ED039-D66C-4A5E-AA35-E7A5FA2E64C2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72C13DC-161E-49CF-96B5-5383AA052AB7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103067-48DA-458C-99F6-9921C19A8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4424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86862-507E-4F73-890F-3B77BCFA3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9" y="2340131"/>
            <a:ext cx="10325000" cy="3564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BC0BB-AF05-4753-9159-41A16FBFC3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3587" y="6215870"/>
            <a:ext cx="3843779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72BA41-EC5B-4197-BCC8-0FD2E523CD7A}" type="datetimeFigureOut">
              <a:rPr lang="en-US" smtClean="0"/>
              <a:pPr/>
              <a:t>8/24/26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62F82-EA1A-4B02-8A64-3B44C0D9DA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1078" y="236364"/>
            <a:ext cx="4114800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5EF32-1CA9-4CDA-8182-2FB0C30A0F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3649" y="6215870"/>
            <a:ext cx="979151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5108C-154A-4A5A-9C05-91A49A422BA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63BAC6E0-ADAC-40FB-AF53-88FA5F837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4" y="151621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2140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17" r:id="rId6"/>
    <p:sldLayoutId id="2147483713" r:id="rId7"/>
    <p:sldLayoutId id="2147483714" r:id="rId8"/>
    <p:sldLayoutId id="2147483715" r:id="rId9"/>
    <p:sldLayoutId id="2147483716" r:id="rId10"/>
    <p:sldLayoutId id="2147483718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4" Type="http://schemas.openxmlformats.org/officeDocument/2006/relationships/hyperlink" Target="https://techbash.com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mailto:alvin@alvinashcraft.com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jpeg"/><Relationship Id="rId4" Type="http://schemas.openxmlformats.org/officeDocument/2006/relationships/hyperlink" Target="https://bsky.app/profile/alvinashcraf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5C33D14-2894-4D0B-A680-525CBB7899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7F13A46-6183-476D-B2BA-073C0E3225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F7481D1-4DD3-45A2-B071-3900DD9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AE7E168-B525-479D-B0B0-55103E5E9B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7DD39E2-1720-4DA0-8AE6-88F24C0732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993677B-437F-4E88-BB63-A5E81FC5C3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69BDB73-647A-4675-9946-A08137AA4A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F7E0BD3-0A11-410E-82BA-FE1FDEFAEF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A433527-1B36-4601-BA50-08897583ED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4D3F476-1743-4F27-8525-899DE7AA3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1427650-9C5D-4857-877B-F692E0A160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EE06038-8E2F-47A8-A48A-082A4688F8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062AAFFB-4BBF-44E9-A93D-73CD69B0A6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C1BDC0F-1D22-4FCC-856C-8F05157BE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06CA872-1012-4E50-B09E-2A4FFAA4E2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67515C6-F35A-4FF0-AFE5-F30AFB104A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CC5328A-88E7-42E6-846C-79E3C42A3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2B67772-4CFC-47D4-B340-24F59A06E0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2934457-5F3A-4072-8613-28DE1C6C3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709EABD-4ED9-4105-B031-A926D15E90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01137950-C684-4026-B3A8-3C12C5B9DC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9BBA354-F5F6-49B0-986C-663E7490A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8A2891B-1902-4128-9EA2-9E47C63F12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468D001-CACA-4602-A2C8-6709DFEAD6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8074E4F-FCD6-4115-ADF3-537D138898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191D549D-527D-4E04-8657-6607994392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697C9FB-9333-4050-AA15-D78E190535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5C3AE99-7B8F-4399-B82E-42898B8050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6610BEF6-D2AC-4950-932D-80D5BD793E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1A455F1-3220-4A1F-9C4C-FE1289BF28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D1D9888-DBC1-4392-913C-E8F84BB638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B021C553-8CED-4BC0-98A5-730C4D0435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95B181F-49F7-2F08-519D-FF38A4B6FD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078" y="170167"/>
            <a:ext cx="10495904" cy="139587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600" b="1"/>
              <a:t>Supercharge Your Agents: Custom Tools, MCP, and Microsoft Foundry</a:t>
            </a:r>
            <a:endParaRPr lang="en-US" sz="46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A761BD-C717-3932-06C1-576E4CC151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1078" y="1800355"/>
            <a:ext cx="5398649" cy="1643320"/>
          </a:xfrm>
        </p:spPr>
        <p:txBody>
          <a:bodyPr>
            <a:normAutofit/>
          </a:bodyPr>
          <a:lstStyle/>
          <a:p>
            <a:r>
              <a:rPr lang="en-US" dirty="0"/>
              <a:t>Alvin Ashcraft</a:t>
            </a:r>
          </a:p>
          <a:p>
            <a:r>
              <a:rPr lang="en-US" dirty="0"/>
              <a:t>Sr. Content Developer - Microsoft</a:t>
            </a:r>
          </a:p>
        </p:txBody>
      </p:sp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33F2B4F9-421B-46F9-A5C1-2358737824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79642" y="949992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8EA225-45CA-4B55-FF95-0BEE98AEDB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6592" r="2" b="27483"/>
          <a:stretch>
            <a:fillRect/>
          </a:stretch>
        </p:blipFill>
        <p:spPr>
          <a:xfrm>
            <a:off x="1" y="3271957"/>
            <a:ext cx="12198212" cy="3599364"/>
          </a:xfrm>
          <a:custGeom>
            <a:avLst/>
            <a:gdLst/>
            <a:ahLst/>
            <a:cxnLst/>
            <a:rect l="l" t="t" r="r" b="b"/>
            <a:pathLst>
              <a:path w="12178449" h="3424057">
                <a:moveTo>
                  <a:pt x="8778628" y="0"/>
                </a:moveTo>
                <a:lnTo>
                  <a:pt x="9096995" y="0"/>
                </a:lnTo>
                <a:lnTo>
                  <a:pt x="9540073" y="10341"/>
                </a:lnTo>
                <a:cubicBezTo>
                  <a:pt x="10154127" y="37036"/>
                  <a:pt x="10847400" y="104023"/>
                  <a:pt x="11653844" y="224215"/>
                </a:cubicBezTo>
                <a:lnTo>
                  <a:pt x="12178449" y="307575"/>
                </a:lnTo>
                <a:lnTo>
                  <a:pt x="12178449" y="3424056"/>
                </a:lnTo>
                <a:lnTo>
                  <a:pt x="0" y="3424057"/>
                </a:lnTo>
                <a:lnTo>
                  <a:pt x="0" y="1093185"/>
                </a:lnTo>
                <a:lnTo>
                  <a:pt x="851945" y="1080793"/>
                </a:lnTo>
                <a:cubicBezTo>
                  <a:pt x="4637202" y="967650"/>
                  <a:pt x="5848483" y="115490"/>
                  <a:pt x="8385751" y="7749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8396422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81D07-A41B-C215-1035-3F0B8C2C0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me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432FB72-1443-FF29-B2BA-824ED762DA5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91079" y="2340131"/>
          <a:ext cx="10325000" cy="35644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4849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EF6A578F-CEAC-4062-B6A7-640B1A396BCF}"/>
              </a:ext>
            </a:extLst>
          </p:cNvPr>
          <p:cNvSpPr/>
          <p:nvPr/>
        </p:nvSpPr>
        <p:spPr>
          <a:xfrm>
            <a:off x="0" y="1122303"/>
            <a:ext cx="12192000" cy="5735697"/>
          </a:xfrm>
          <a:prstGeom prst="rect">
            <a:avLst/>
          </a:prstGeom>
          <a:solidFill>
            <a:srgbClr val="E3F1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ADA133-D8C7-4CA7-8F73-DBA01B8D925C}"/>
              </a:ext>
            </a:extLst>
          </p:cNvPr>
          <p:cNvSpPr/>
          <p:nvPr/>
        </p:nvSpPr>
        <p:spPr>
          <a:xfrm>
            <a:off x="1" y="-1"/>
            <a:ext cx="12192000" cy="10505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4" descr="A picture containing text, map&#10;&#10;Description generated with very high confidence">
            <a:extLst>
              <a:ext uri="{FF2B5EF4-FFF2-40B4-BE49-F238E27FC236}">
                <a16:creationId xmlns:a16="http://schemas.microsoft.com/office/drawing/2014/main" id="{2F15CFF6-EB6F-4E50-BCC9-09B91C4E1B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2965" y="1290158"/>
            <a:ext cx="4251873" cy="257468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A79E18D-A6D8-4DDA-8EA0-0B22236190BC}"/>
              </a:ext>
            </a:extLst>
          </p:cNvPr>
          <p:cNvSpPr txBox="1"/>
          <p:nvPr/>
        </p:nvSpPr>
        <p:spPr>
          <a:xfrm>
            <a:off x="157162" y="1334645"/>
            <a:ext cx="11153775" cy="42919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12192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/>
              </a:rPr>
              <a:t>Great speakers with top content</a:t>
            </a:r>
            <a:endParaRPr lang="en-US">
              <a:cs typeface="Calibri" panose="020F0502020204030204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12192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/>
              </a:rPr>
              <a:t>A fraction of the cost of the more crowded conferences </a:t>
            </a:r>
          </a:p>
          <a:p>
            <a:pPr>
              <a:lnSpc>
                <a:spcPct val="125000"/>
              </a:lnSpc>
            </a:pPr>
            <a:r>
              <a:rPr lang="en-US" sz="2200" dirty="0">
                <a:solidFill>
                  <a:srgbClr val="121921"/>
                </a:solidFill>
                <a:latin typeface="Source Sans Pro"/>
                <a:ea typeface="Source Sans Pro"/>
                <a:cs typeface="Arial"/>
              </a:rPr>
              <a:t>         - 3-day conference plus lodging for ~$1000 </a:t>
            </a: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121921"/>
                </a:solidFill>
                <a:latin typeface="Source Sans Pro"/>
                <a:ea typeface="Source Sans Pro"/>
                <a:cs typeface="Arial"/>
              </a:rPr>
              <a:t>Full-day deep dive preconference sessions available</a:t>
            </a: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121921"/>
                </a:solidFill>
                <a:latin typeface="Source Sans Pro"/>
                <a:ea typeface="Source Sans Pro"/>
                <a:cs typeface="Arial"/>
              </a:rPr>
              <a:t>Easy travel from almost anywhere</a:t>
            </a:r>
            <a:endParaRPr lang="en-US" sz="2200" dirty="0">
              <a:solidFill>
                <a:srgbClr val="121921"/>
              </a:solidFill>
              <a:latin typeface="Source Sans Pro"/>
              <a:ea typeface="Source Sans Pro"/>
              <a:cs typeface="Calibri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121921"/>
                </a:solidFill>
                <a:latin typeface="Source Sans Pro"/>
                <a:ea typeface="Source Sans Pro"/>
                <a:cs typeface="Arial"/>
              </a:rPr>
              <a:t>World-class keynotes</a:t>
            </a: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121921"/>
                </a:solidFill>
                <a:latin typeface="Source Sans Pro"/>
                <a:ea typeface="Source Sans Pro"/>
                <a:cs typeface="Arial"/>
              </a:rPr>
              <a:t>In addition to the sessions, you get a great hallway </a:t>
            </a:r>
            <a:endParaRPr lang="en-US" sz="2200" dirty="0">
              <a:solidFill>
                <a:srgbClr val="121921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Arial"/>
            </a:endParaRPr>
          </a:p>
          <a:p>
            <a:pPr>
              <a:lnSpc>
                <a:spcPct val="125000"/>
              </a:lnSpc>
            </a:pPr>
            <a:r>
              <a:rPr lang="en-US" sz="2200" dirty="0">
                <a:solidFill>
                  <a:srgbClr val="121921"/>
                </a:solidFill>
                <a:latin typeface="Source Sans Pro"/>
                <a:ea typeface="Source Sans Pro"/>
                <a:cs typeface="Arial"/>
              </a:rPr>
              <a:t>      Track, amazing food, attendee Welcome Reception, Game Night &amp; more</a:t>
            </a: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121921"/>
                </a:solidFill>
                <a:latin typeface="Source Sans Pro"/>
                <a:ea typeface="Source Sans Pro"/>
                <a:cs typeface="Arial"/>
              </a:rPr>
              <a:t>Family Day Friday - full day of kids' sessions, free for attendees' families</a:t>
            </a: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121921"/>
                </a:solidFill>
                <a:latin typeface="Source Sans Pro"/>
                <a:ea typeface="Source Sans Pro"/>
                <a:cs typeface="Arial"/>
              </a:rPr>
              <a:t>Discounted Kalahari Resort rooms with water park access: stay, learn &amp; play all week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93AAE9-B6FF-416F-900F-43D38126E2F1}"/>
              </a:ext>
            </a:extLst>
          </p:cNvPr>
          <p:cNvSpPr txBox="1"/>
          <p:nvPr/>
        </p:nvSpPr>
        <p:spPr>
          <a:xfrm>
            <a:off x="3313691" y="6194580"/>
            <a:ext cx="556461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rgbClr val="121921"/>
                </a:solidFill>
                <a:latin typeface="Source Sans Pro Black" panose="020B0803030403020204" pitchFamily="34" charset="0"/>
                <a:ea typeface="Source Sans Pro" panose="020B0503030403020204" pitchFamily="34" charset="0"/>
                <a:cs typeface="Segoe U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https://techbash.com</a:t>
            </a:r>
            <a:r>
              <a:rPr lang="en-US" sz="2400" dirty="0">
                <a:solidFill>
                  <a:srgbClr val="12192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 or </a:t>
            </a:r>
            <a:r>
              <a:rPr lang="en-US" sz="2400" dirty="0">
                <a:solidFill>
                  <a:srgbClr val="121921"/>
                </a:solidFill>
                <a:latin typeface="Source Sans Pro Black" panose="020B0803030403020204" pitchFamily="34" charset="0"/>
                <a:ea typeface="Source Sans Pro" panose="020B0503030403020204" pitchFamily="34" charset="0"/>
              </a:rPr>
              <a:t>@techbash</a:t>
            </a:r>
            <a:endParaRPr lang="en-US" sz="2400" dirty="0">
              <a:solidFill>
                <a:srgbClr val="121921"/>
              </a:solidFill>
              <a:latin typeface="Source Sans Pro Black" panose="020B0803030403020204" pitchFamily="34" charset="0"/>
              <a:ea typeface="Source Sans Pro" panose="020B0503030403020204" pitchFamily="34" charset="0"/>
              <a:cs typeface="Calibri"/>
            </a:endParaRPr>
          </a:p>
        </p:txBody>
      </p:sp>
      <p:pic>
        <p:nvPicPr>
          <p:cNvPr id="10" name="Picture 10" descr="A picture containing indoor, building, table&#10;&#10;Description generated with high confidence">
            <a:extLst>
              <a:ext uri="{FF2B5EF4-FFF2-40B4-BE49-F238E27FC236}">
                <a16:creationId xmlns:a16="http://schemas.microsoft.com/office/drawing/2014/main" id="{A92F3EB1-8376-4601-B443-DFB7DE3FFA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3238" y="4077181"/>
            <a:ext cx="1371600" cy="1695450"/>
          </a:xfrm>
          <a:prstGeom prst="rect">
            <a:avLst/>
          </a:prstGeom>
        </p:spPr>
      </p:pic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5750C9C9-120D-4C81-BB23-3B8D109EA19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058824"/>
            <a:ext cx="12192000" cy="7171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2AA25F2-6048-4660-B47E-23A873B0ADF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4593" y="136187"/>
            <a:ext cx="3977356" cy="77266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38AB65C-AA84-47D6-9062-85EA15816E10}"/>
              </a:ext>
            </a:extLst>
          </p:cNvPr>
          <p:cNvSpPr txBox="1"/>
          <p:nvPr/>
        </p:nvSpPr>
        <p:spPr>
          <a:xfrm>
            <a:off x="4230877" y="302926"/>
            <a:ext cx="7882196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r"/>
            <a:r>
              <a:rPr lang="en-US" sz="3200" dirty="0">
                <a:solidFill>
                  <a:srgbClr val="121921"/>
                </a:solidFill>
                <a:latin typeface="Oswald"/>
                <a:cs typeface="Segoe UI"/>
              </a:rPr>
              <a:t>October 13-16, 2026 | Pocono Manor, PA</a:t>
            </a:r>
            <a:endParaRPr lang="en-US" sz="3200" dirty="0">
              <a:solidFill>
                <a:srgbClr val="121921"/>
              </a:solidFill>
              <a:latin typeface="Oswald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883265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4D45BF-E397-40C0-AFE3-A4149E60E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2086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5F4CD44-7930-4EB8-9A74-8D2F9E6369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F1268F0-44F7-4AC9-A3E6-9527C22F3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880B23C-29A4-4D11-8671-EE46FECE7C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C2CF28E-44F6-4983-9729-A705B8709B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B11666B-80E2-4F7D-9613-17A65CBC17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ABFAC7C-C1E8-4988-864D-3B05D30067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2EE5A4C-9245-46EB-B145-8FDFBE6E1A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BFEDEDB-B657-4E62-9962-28BF541220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65EFAA5-5243-4FE8-819B-80D4995BB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F92E633-809E-4E07-965A-F2F9EDCF7F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0DE1690-3F94-4C79-9357-6653BEEF12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529D5DF-1A9E-4690-B016-03FB1E72DC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6F8E2D2-E88C-4F73-A660-D2B76298C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37BF3BB-FE7A-410E-AA57-73485A775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0EC5EB5-F6E1-441C-AB44-799A5DF1B7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D6F199F-9E76-4C7E-9DF6-20EE550DF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91704E7-976B-4FE0-9381-8EB7818E70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75603A9-61D4-4172-AF77-7A7CE408A7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73C1AA7-2357-41A1-A057-FA2D44DAD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0024205-8F58-4C8D-BE50-35E40091B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737BEEA-3398-4C1B-AB48-E7173325C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E5EE29AB-4E85-418B-A6D3-3E7B401855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ADE2BEB-6A23-4DFC-9A4E-E44F3CA9FF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6ECE8D73-51C6-4818-8BD9-9202BBA083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2EA7AA7F-CD9D-4820-B463-7B9CFEC8EC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1618CA6-513B-458C-89C1-1FE15F1F43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5BACA43-902B-4444-95CB-5165D5483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8A07376-1103-43DD-A6D6-D7BAF6F00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FCEA8A1-BC0E-4221-B9E5-3D3C7BA261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55D27E5-DFE1-4EE8-B982-0A39223598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FD07B27-85E5-4F3B-B432-CDBDC0F6E6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4B78179E-DE7D-4A30-9BDC-05D7AE2176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07E3C0EF-2D2A-42BA-B4E2-76E2B1FC52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4143" y="3153945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C15D4B-E490-C38A-A29E-1B0FB1FBA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0"/>
            <a:ext cx="3428812" cy="5436630"/>
          </a:xfrm>
        </p:spPr>
        <p:txBody>
          <a:bodyPr anchor="ctr">
            <a:normAutofit/>
          </a:bodyPr>
          <a:lstStyle/>
          <a:p>
            <a:r>
              <a:rPr lang="en-US" dirty="0"/>
              <a:t>Agenda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719B579-6D7D-A391-29E6-BDFFC1ABDF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158396"/>
              </p:ext>
            </p:extLst>
          </p:nvPr>
        </p:nvGraphicFramePr>
        <p:xfrm>
          <a:off x="5103282" y="170170"/>
          <a:ext cx="6879517" cy="59732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39549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4D45BF-E397-40C0-AFE3-A4149E60E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2086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5F4CD44-7930-4EB8-9A74-8D2F9E6369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F1268F0-44F7-4AC9-A3E6-9527C22F3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880B23C-29A4-4D11-8671-EE46FECE7C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C2CF28E-44F6-4983-9729-A705B8709B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B11666B-80E2-4F7D-9613-17A65CBC17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ABFAC7C-C1E8-4988-864D-3B05D30067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2EE5A4C-9245-46EB-B145-8FDFBE6E1A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BFEDEDB-B657-4E62-9962-28BF541220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65EFAA5-5243-4FE8-819B-80D4995BB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F92E633-809E-4E07-965A-F2F9EDCF7F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0DE1690-3F94-4C79-9357-6653BEEF12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529D5DF-1A9E-4690-B016-03FB1E72DC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6F8E2D2-E88C-4F73-A660-D2B76298C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37BF3BB-FE7A-410E-AA57-73485A775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0EC5EB5-F6E1-441C-AB44-799A5DF1B7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D6F199F-9E76-4C7E-9DF6-20EE550DF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91704E7-976B-4FE0-9381-8EB7818E70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75603A9-61D4-4172-AF77-7A7CE408A7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73C1AA7-2357-41A1-A057-FA2D44DAD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0024205-8F58-4C8D-BE50-35E40091B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737BEEA-3398-4C1B-AB48-E7173325C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E5EE29AB-4E85-418B-A6D3-3E7B401855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ADE2BEB-6A23-4DFC-9A4E-E44F3CA9FF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6ECE8D73-51C6-4818-8BD9-9202BBA083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2EA7AA7F-CD9D-4820-B463-7B9CFEC8EC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1618CA6-513B-458C-89C1-1FE15F1F43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5BACA43-902B-4444-95CB-5165D5483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8A07376-1103-43DD-A6D6-D7BAF6F00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FCEA8A1-BC0E-4221-B9E5-3D3C7BA261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55D27E5-DFE1-4EE8-B982-0A39223598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FD07B27-85E5-4F3B-B432-CDBDC0F6E6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4B78179E-DE7D-4A30-9BDC-05D7AE2176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07E3C0EF-2D2A-42BA-B4E2-76E2B1FC52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4143" y="3153945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CF337E-D7FA-4896-E4D2-F10EE5D14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0"/>
            <a:ext cx="3428812" cy="5436630"/>
          </a:xfrm>
        </p:spPr>
        <p:txBody>
          <a:bodyPr anchor="ctr">
            <a:normAutofit/>
          </a:bodyPr>
          <a:lstStyle/>
          <a:p>
            <a:r>
              <a:rPr lang="en-US" dirty="0"/>
              <a:t>What is Microsoft Foundry?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F077737-4FAE-4B1B-EEA6-DD4F77D9D8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039695"/>
              </p:ext>
            </p:extLst>
          </p:nvPr>
        </p:nvGraphicFramePr>
        <p:xfrm>
          <a:off x="5103282" y="170170"/>
          <a:ext cx="6879517" cy="59732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CF636B7-23A4-BBC1-A0C1-36669257565E}"/>
              </a:ext>
            </a:extLst>
          </p:cNvPr>
          <p:cNvSpPr txBox="1"/>
          <p:nvPr/>
        </p:nvSpPr>
        <p:spPr>
          <a:xfrm>
            <a:off x="691078" y="5231192"/>
            <a:ext cx="2253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https://</a:t>
            </a:r>
            <a:r>
              <a:rPr lang="en-US" b="1" dirty="0" err="1"/>
              <a:t>ai.azure.com</a:t>
            </a:r>
            <a:r>
              <a:rPr lang="en-US" b="1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1476281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D431671-5191-4947-8899-E90505A704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77D2E98-ED65-4121-9DA5-6DBB831D0F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A94A307-5B5D-4E42-95B3-064D5093AD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CB3B32C-3BDA-4D41-9802-681B0599FD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5BDBFD6-7C61-4520-8203-BAB1986C15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4ABA4D7-9904-42C4-B0CD-B1CE2E0D37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B63F0D6-8747-4126-9359-B730EB21B7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91CD660-F5B2-49AC-9EFC-CE94B843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4BEB7EB-8E7F-4A4B-8581-73CE2003F2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04FB70E-6820-4456-872A-937F520606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3598DD6-9887-4CF7-BAFE-F96E0324EB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A503E64-565F-465B-A25C-042C5706C5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140EE7B-5CA1-4DCB-8652-6E4D2147B0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85077BE-700D-4C44-AA4D-7CF4E8FD71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B8B3FEB-D353-443D-A148-3915606516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91FF5FBB-3BD8-46EB-BDF9-081B29A444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C2E11FD-78A4-4F5C-A419-F0237DCAD2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F708EBE-3154-4FF4-8E8F-88A0762080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27A99B5C-EB03-4D56-8DFE-B006D7081B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2FCBAFF0-9FB4-4160-B9BE-CCBE1D8B8C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326953D7-154A-49A4-B2E1-D94D365EC4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36E3E12-5D96-48DB-8320-629428774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A059482-79BA-4E80-80A2-36FD8408DA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4EF88B3-C210-433D-B20D-FE41B4D5F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53665D3E-61E7-4EDF-A208-56449D765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874CF3B0-C9C3-4683-94A3-DC0AE1E745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BE90EF9-6DF5-47F4-A069-9F613C8142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844EBDE-5A9F-4E9F-8A55-57FB9E9797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6491FC45-82C4-40CD-8D0C-0A2F86E8A1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71AD0FE3-6144-4171-943E-0E65D08E8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A7BA4499-5E6A-4998-A0F4-614E65552B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CAFE7A6F-A7F0-4406-809F-E23FCB20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70431BA-5AB3-5A81-FC23-4192299EC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4927425" cy="1938525"/>
          </a:xfrm>
        </p:spPr>
        <p:txBody>
          <a:bodyPr>
            <a:normAutofit/>
          </a:bodyPr>
          <a:lstStyle/>
          <a:p>
            <a:r>
              <a:rPr lang="en-US" dirty="0"/>
              <a:t>What can you build in Foundry?</a:t>
            </a:r>
          </a:p>
        </p:txBody>
      </p:sp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BEAC0A80-07D3-49CB-87C3-BC34F219DF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79641" y="206405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C665E-F04F-74A8-0DD4-07E75CF54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2886116"/>
            <a:ext cx="4927425" cy="324593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Agents</a:t>
            </a:r>
            <a:endParaRPr lang="en-US"/>
          </a:p>
          <a:p>
            <a:pPr lvl="1">
              <a:lnSpc>
                <a:spcPct val="100000"/>
              </a:lnSpc>
            </a:pPr>
            <a:r>
              <a:rPr lang="en-US" dirty="0"/>
              <a:t>Prompt agents</a:t>
            </a:r>
            <a:endParaRPr lang="en-US"/>
          </a:p>
          <a:p>
            <a:pPr lvl="1">
              <a:lnSpc>
                <a:spcPct val="100000"/>
              </a:lnSpc>
            </a:pPr>
            <a:r>
              <a:rPr lang="en-US" dirty="0"/>
              <a:t>Hosted agents</a:t>
            </a:r>
            <a:endParaRPr lang="en-US"/>
          </a:p>
          <a:p>
            <a:pPr>
              <a:lnSpc>
                <a:spcPct val="100000"/>
              </a:lnSpc>
            </a:pPr>
            <a:r>
              <a:rPr lang="en-US" dirty="0"/>
              <a:t>Models</a:t>
            </a:r>
            <a:endParaRPr lang="en-US"/>
          </a:p>
          <a:p>
            <a:pPr lvl="1">
              <a:lnSpc>
                <a:spcPct val="100000"/>
              </a:lnSpc>
            </a:pPr>
            <a:r>
              <a:rPr lang="en-US" dirty="0"/>
              <a:t>Nearly 2000 models</a:t>
            </a:r>
            <a:endParaRPr lang="en-US"/>
          </a:p>
          <a:p>
            <a:pPr lvl="1">
              <a:lnSpc>
                <a:spcPct val="100000"/>
              </a:lnSpc>
            </a:pPr>
            <a:r>
              <a:rPr lang="en-US" dirty="0"/>
              <a:t>Microsoft, OpenAI, Anthropic, Meta, Grok, and more</a:t>
            </a:r>
            <a:endParaRPr lang="en-US"/>
          </a:p>
          <a:p>
            <a:pPr>
              <a:lnSpc>
                <a:spcPct val="100000"/>
              </a:lnSpc>
            </a:pPr>
            <a:r>
              <a:rPr lang="en-US" dirty="0"/>
              <a:t>Tools/knowledge</a:t>
            </a:r>
            <a:endParaRPr lang="en-US"/>
          </a:p>
          <a:p>
            <a:pPr lvl="1">
              <a:lnSpc>
                <a:spcPct val="100000"/>
              </a:lnSpc>
            </a:pPr>
            <a:r>
              <a:rPr lang="en-US" dirty="0"/>
              <a:t>Built-in or custom tools</a:t>
            </a:r>
            <a:endParaRPr lang="en-US"/>
          </a:p>
        </p:txBody>
      </p:sp>
      <p:pic>
        <p:nvPicPr>
          <p:cNvPr id="5" name="Picture 4" descr="Assorted work tools">
            <a:extLst>
              <a:ext uri="{FF2B5EF4-FFF2-40B4-BE49-F238E27FC236}">
                <a16:creationId xmlns:a16="http://schemas.microsoft.com/office/drawing/2014/main" id="{1639C1D2-E307-2800-6624-4B27F69774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985" r="26631" b="-1"/>
          <a:stretch>
            <a:fillRect/>
          </a:stretch>
        </p:blipFill>
        <p:spPr>
          <a:xfrm>
            <a:off x="6309311" y="1"/>
            <a:ext cx="5899302" cy="6862230"/>
          </a:xfrm>
          <a:custGeom>
            <a:avLst/>
            <a:gdLst/>
            <a:ahLst/>
            <a:cxnLst/>
            <a:rect l="l" t="t" r="r" b="b"/>
            <a:pathLst>
              <a:path w="5923149" h="6857997">
                <a:moveTo>
                  <a:pt x="320173" y="0"/>
                </a:moveTo>
                <a:lnTo>
                  <a:pt x="5923149" y="0"/>
                </a:lnTo>
                <a:lnTo>
                  <a:pt x="5923149" y="6857997"/>
                </a:lnTo>
                <a:lnTo>
                  <a:pt x="1111789" y="6857997"/>
                </a:lnTo>
                <a:lnTo>
                  <a:pt x="1106562" y="6546368"/>
                </a:lnTo>
                <a:cubicBezTo>
                  <a:pt x="1000021" y="3425651"/>
                  <a:pt x="-688878" y="3321843"/>
                  <a:pt x="320173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8833907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5C0D6-E0A0-F94C-78C0-C5285F0BB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Agent Services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91A10B3-1FBB-185A-F44B-F000C83A6B0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91079" y="2340131"/>
          <a:ext cx="10325000" cy="35644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15983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502F9-E84C-4B65-ED12-E024D5188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Agent Services Options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07AAFA8-C016-81A0-6195-5CB6C990B0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Prompt Agents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7E21F4-3BBD-902D-70EA-683EB7E1FB1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Author in portal or SDKs</a:t>
            </a:r>
          </a:p>
          <a:p>
            <a:r>
              <a:rPr lang="en-US" dirty="0"/>
              <a:t>Foundry runs it for you</a:t>
            </a:r>
          </a:p>
          <a:p>
            <a:r>
              <a:rPr lang="en-US" dirty="0"/>
              <a:t>No compute, containers, or packages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4B163C5-F648-4DAB-9C6A-CF5A9D17E2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Hosted Agents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C60EFCC-DF8B-D677-1619-E744558C2D9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Code your agent</a:t>
            </a:r>
          </a:p>
          <a:p>
            <a:r>
              <a:rPr lang="en-US" dirty="0"/>
              <a:t>Package in container</a:t>
            </a:r>
          </a:p>
          <a:p>
            <a:r>
              <a:rPr lang="en-US" dirty="0"/>
              <a:t>Run in Foundry</a:t>
            </a:r>
          </a:p>
          <a:p>
            <a:pPr lvl="1"/>
            <a:r>
              <a:rPr lang="en-US" dirty="0"/>
              <a:t>Managed endpoint</a:t>
            </a:r>
          </a:p>
          <a:p>
            <a:pPr lvl="1"/>
            <a:r>
              <a:rPr lang="en-US" dirty="0"/>
              <a:t>Scaling</a:t>
            </a:r>
          </a:p>
          <a:p>
            <a:pPr lvl="1"/>
            <a:r>
              <a:rPr lang="en-US" dirty="0"/>
              <a:t>Identity</a:t>
            </a:r>
          </a:p>
          <a:p>
            <a:pPr lvl="1"/>
            <a:r>
              <a:rPr lang="en-US" dirty="0"/>
              <a:t>Observability</a:t>
            </a:r>
          </a:p>
        </p:txBody>
      </p:sp>
    </p:spTree>
    <p:extLst>
      <p:ext uri="{BB962C8B-B14F-4D97-AF65-F5344CB8AC3E}">
        <p14:creationId xmlns:p14="http://schemas.microsoft.com/office/powerpoint/2010/main" val="37671000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D7C3C2D0-A48F-4A6F-9C7D-888E9DFE6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 useBgFill="1">
        <p:nvSpPr>
          <p:cNvPr id="50" name="Freeform: Shape 49">
            <a:extLst>
              <a:ext uri="{FF2B5EF4-FFF2-40B4-BE49-F238E27FC236}">
                <a16:creationId xmlns:a16="http://schemas.microsoft.com/office/drawing/2014/main" id="{A522AC37-2BE3-4ECF-A007-1DE6CB354F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94387" y="266591"/>
            <a:ext cx="6857996" cy="6324809"/>
          </a:xfrm>
          <a:custGeom>
            <a:avLst/>
            <a:gdLst>
              <a:gd name="connsiteX0" fmla="*/ 0 w 6857996"/>
              <a:gd name="connsiteY0" fmla="*/ 2827344 h 6142577"/>
              <a:gd name="connsiteX1" fmla="*/ 0 w 6857996"/>
              <a:gd name="connsiteY1" fmla="*/ 5080510 h 6142577"/>
              <a:gd name="connsiteX2" fmla="*/ 3 w 6857996"/>
              <a:gd name="connsiteY2" fmla="*/ 5080510 h 6142577"/>
              <a:gd name="connsiteX3" fmla="*/ 3 w 6857996"/>
              <a:gd name="connsiteY3" fmla="*/ 6142577 h 6142577"/>
              <a:gd name="connsiteX4" fmla="*/ 6857996 w 6857996"/>
              <a:gd name="connsiteY4" fmla="*/ 6142577 h 6142577"/>
              <a:gd name="connsiteX5" fmla="*/ 6857996 w 6857996"/>
              <a:gd name="connsiteY5" fmla="*/ 3928749 h 6142577"/>
              <a:gd name="connsiteX6" fmla="*/ 6857996 w 6857996"/>
              <a:gd name="connsiteY6" fmla="*/ 2572597 h 6142577"/>
              <a:gd name="connsiteX7" fmla="*/ 6857996 w 6857996"/>
              <a:gd name="connsiteY7" fmla="*/ 307516 h 6142577"/>
              <a:gd name="connsiteX8" fmla="*/ 6550769 w 6857996"/>
              <a:gd name="connsiteY8" fmla="*/ 222609 h 6142577"/>
              <a:gd name="connsiteX9" fmla="*/ 5031274 w 6857996"/>
              <a:gd name="connsiteY9" fmla="*/ 33 h 6142577"/>
              <a:gd name="connsiteX10" fmla="*/ 310659 w 6857996"/>
              <a:gd name="connsiteY10" fmla="*/ 1067285 h 6142577"/>
              <a:gd name="connsiteX11" fmla="*/ 2 w 6857996"/>
              <a:gd name="connsiteY11" fmla="*/ 1072307 h 6142577"/>
              <a:gd name="connsiteX12" fmla="*/ 2 w 6857996"/>
              <a:gd name="connsiteY12" fmla="*/ 2827344 h 6142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7996" h="6142577">
                <a:moveTo>
                  <a:pt x="0" y="2827344"/>
                </a:moveTo>
                <a:lnTo>
                  <a:pt x="0" y="5080510"/>
                </a:lnTo>
                <a:lnTo>
                  <a:pt x="3" y="5080510"/>
                </a:lnTo>
                <a:lnTo>
                  <a:pt x="3" y="6142577"/>
                </a:lnTo>
                <a:lnTo>
                  <a:pt x="6857996" y="6142577"/>
                </a:lnTo>
                <a:lnTo>
                  <a:pt x="6857996" y="3928749"/>
                </a:lnTo>
                <a:lnTo>
                  <a:pt x="6857996" y="2572597"/>
                </a:lnTo>
                <a:lnTo>
                  <a:pt x="6857996" y="307516"/>
                </a:lnTo>
                <a:lnTo>
                  <a:pt x="6550769" y="222609"/>
                </a:lnTo>
                <a:cubicBezTo>
                  <a:pt x="5946238" y="65902"/>
                  <a:pt x="5454822" y="1688"/>
                  <a:pt x="5031274" y="33"/>
                </a:cubicBezTo>
                <a:cubicBezTo>
                  <a:pt x="3337081" y="-6590"/>
                  <a:pt x="2728780" y="987729"/>
                  <a:pt x="310659" y="1067285"/>
                </a:cubicBezTo>
                <a:lnTo>
                  <a:pt x="2" y="1072307"/>
                </a:lnTo>
                <a:lnTo>
                  <a:pt x="2" y="2827344"/>
                </a:lnTo>
                <a:close/>
              </a:path>
            </a:pathLst>
          </a:custGeom>
          <a:solidFill>
            <a:srgbClr val="BCBCBC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CAC8F7F-D35D-4520-8F56-4EFA77C73B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E87C587A-B291-49B1-BE30-198570DDAC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CB6C1D58-93FC-4B49-9F8B-2262E08DAA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F0965ED9-2FC3-4180-9CAC-D7DF1C7BE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116CA23-FA2C-4A44-A67C-FC147A715D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E2C391CF-E782-40EA-B1EB-05ADC774CC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B322665-68EB-45B5-A6DE-2869B30F1C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A3B7FA59-83C4-4952-AF38-C1FC950E9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CE5D6D3A-DE20-486C-BBBF-F9B0E4D8A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9B8B1D81-CEF1-437F-8252-036661CB5E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0312A-9358-4743-961A-6F77AEB5D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2C02485F-0EE1-4595-A972-16A13E9191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F102D844-6E4F-483E-8E2E-9006EA180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658766E6-D2D6-447C-B1DC-B7F7C381F1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B9BBD00C-7AB2-445E-B7DA-98CC7CAF3D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D177E1C-6580-456C-AAAE-89D422A2C1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BB85538F-9888-4E68-A9F3-DBB136C0F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29B624F-F9D8-43BB-A468-08331D66C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60E66F4-AE52-4D19-AF99-540F0CCFD7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ACADC852-407F-4870-9F7B-A6004FE77C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E9CC738-B12D-4154-A4EA-81D4576BC1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0A2A84F5-CD6A-4287-A9C1-EED0E65CA9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53F4EFD5-6D1E-4865-83BA-0F116DF06F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A0A8CE11-5C23-4CA3-8D8E-9E094566DB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A5D41DA6-2047-4BB5-8469-509E240E49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FAACD460-E6E2-4C46-A780-095B52D1B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8B36364A-122E-43B1-B2B8-F00D83E5D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99A63098-DBC2-4C59-9D33-809ECCA623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98F309E4-ACE9-4428-8DDA-20E0F1A1BC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239F177F-07E3-45BF-85B1-21E231DCCC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23EC3277-85FC-401E-80E3-B64B9808DE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59A24ED6-70A5-4DC0-A213-5385E58417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75756BB-57D3-EEDF-EBA6-9A01045DE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4923187" cy="5417452"/>
          </a:xfrm>
        </p:spPr>
        <p:txBody>
          <a:bodyPr anchor="ctr">
            <a:normAutofit/>
          </a:bodyPr>
          <a:lstStyle/>
          <a:p>
            <a:r>
              <a:rPr lang="en-US" dirty="0"/>
              <a:t>Building Hosted Agents</a:t>
            </a:r>
          </a:p>
        </p:txBody>
      </p:sp>
      <p:sp>
        <p:nvSpPr>
          <p:cNvPr id="85" name="Right Triangle 84">
            <a:extLst>
              <a:ext uri="{FF2B5EF4-FFF2-40B4-BE49-F238E27FC236}">
                <a16:creationId xmlns:a16="http://schemas.microsoft.com/office/drawing/2014/main" id="{69F0804E-F8DE-40E7-90F4-68B638136E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8924" y="3137678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BFE82-4550-3EBA-5E4E-8AE9B3BAF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86745" y="713048"/>
            <a:ext cx="4414176" cy="5449532"/>
          </a:xfrm>
        </p:spPr>
        <p:txBody>
          <a:bodyPr anchor="ctr">
            <a:normAutofit/>
          </a:bodyPr>
          <a:lstStyle/>
          <a:p>
            <a:r>
              <a:rPr lang="en-US" dirty="0"/>
              <a:t>Bring your own code</a:t>
            </a:r>
          </a:p>
          <a:p>
            <a:r>
              <a:rPr lang="en-US" dirty="0"/>
              <a:t>SDK Options</a:t>
            </a:r>
          </a:p>
          <a:p>
            <a:pPr lvl="1"/>
            <a:r>
              <a:rPr lang="en-US" dirty="0"/>
              <a:t>C#, Python, Java, JS/TS, REST APIs</a:t>
            </a:r>
          </a:p>
          <a:p>
            <a:r>
              <a:rPr lang="en-US" dirty="0"/>
              <a:t>Protocol options</a:t>
            </a:r>
          </a:p>
          <a:p>
            <a:r>
              <a:rPr lang="en-US" dirty="0"/>
              <a:t>Control your compute resources in Foundry</a:t>
            </a:r>
          </a:p>
          <a:p>
            <a:r>
              <a:rPr lang="en-US" dirty="0"/>
              <a:t>Persist files and state</a:t>
            </a:r>
          </a:p>
          <a:p>
            <a:r>
              <a:rPr lang="en-US" dirty="0"/>
              <a:t>Demo – Create a hosted agent</a:t>
            </a:r>
          </a:p>
        </p:txBody>
      </p:sp>
    </p:spTree>
    <p:extLst>
      <p:ext uri="{BB962C8B-B14F-4D97-AF65-F5344CB8AC3E}">
        <p14:creationId xmlns:p14="http://schemas.microsoft.com/office/powerpoint/2010/main" val="40783692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4D45BF-E397-40C0-AFE3-A4149E60E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2086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5F4CD44-7930-4EB8-9A74-8D2F9E6369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F1268F0-44F7-4AC9-A3E6-9527C22F3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880B23C-29A4-4D11-8671-EE46FECE7C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C2CF28E-44F6-4983-9729-A705B8709B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B11666B-80E2-4F7D-9613-17A65CBC17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ABFAC7C-C1E8-4988-864D-3B05D30067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2EE5A4C-9245-46EB-B145-8FDFBE6E1A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BFEDEDB-B657-4E62-9962-28BF541220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65EFAA5-5243-4FE8-819B-80D4995BB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F92E633-809E-4E07-965A-F2F9EDCF7F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0DE1690-3F94-4C79-9357-6653BEEF12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529D5DF-1A9E-4690-B016-03FB1E72DC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6F8E2D2-E88C-4F73-A660-D2B76298C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37BF3BB-FE7A-410E-AA57-73485A775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0EC5EB5-F6E1-441C-AB44-799A5DF1B7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D6F199F-9E76-4C7E-9DF6-20EE550DF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91704E7-976B-4FE0-9381-8EB7818E70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75603A9-61D4-4172-AF77-7A7CE408A7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73C1AA7-2357-41A1-A057-FA2D44DAD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0024205-8F58-4C8D-BE50-35E40091B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737BEEA-3398-4C1B-AB48-E7173325C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E5EE29AB-4E85-418B-A6D3-3E7B401855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ADE2BEB-6A23-4DFC-9A4E-E44F3CA9FF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6ECE8D73-51C6-4818-8BD9-9202BBA083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2EA7AA7F-CD9D-4820-B463-7B9CFEC8EC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1618CA6-513B-458C-89C1-1FE15F1F43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5BACA43-902B-4444-95CB-5165D5483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8A07376-1103-43DD-A6D6-D7BAF6F00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FCEA8A1-BC0E-4221-B9E5-3D3C7BA261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55D27E5-DFE1-4EE8-B982-0A39223598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FD07B27-85E5-4F3B-B432-CDBDC0F6E6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4B78179E-DE7D-4A30-9BDC-05D7AE2176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07E3C0EF-2D2A-42BA-B4E2-76E2B1FC52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4143" y="3153945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7059A4-7EA1-5AC1-AB49-8098797A5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0"/>
            <a:ext cx="3428812" cy="5436630"/>
          </a:xfrm>
        </p:spPr>
        <p:txBody>
          <a:bodyPr anchor="ctr">
            <a:normAutofit/>
          </a:bodyPr>
          <a:lstStyle/>
          <a:p>
            <a:r>
              <a:rPr lang="en-US" dirty="0"/>
              <a:t>Extend agents with tools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CD492D1-8191-832A-92D6-8F0D44BDA3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4935951"/>
              </p:ext>
            </p:extLst>
          </p:nvPr>
        </p:nvGraphicFramePr>
        <p:xfrm>
          <a:off x="5103282" y="170170"/>
          <a:ext cx="6879517" cy="59732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343861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663BDD8-36FC-48B0-8862-3B51BE4F77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2086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15A19D0-2BD2-47E7-A51B-B8083A14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6641F14-42D8-42E0-8B56-FC0A08EB2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F3FEF18-8973-49F1-B984-81E6307303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8FEE187-7ECD-4C55-BE26-0DA3DDE0ED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8708818-667C-4218-8552-2975EB004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FA1A626-67CE-4E24-974F-C432A21D1D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0029D28-01D8-4EB8-B30C-79D6F14E6C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24E501C-EBFD-4E76-8F7F-9EFA76EFFD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04596B9-52A8-4717-8158-2204F86D95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1EC080A-A9BB-467A-92A9-D597436B74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65DD030-3FCC-4380-B680-8E171845F2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015E10D-03D4-4A67-8377-5B0A55F3D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2DB96670-ACA9-42B6-87A2-E411999899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2BC8247-310E-48D0-9CEF-43BC6E41A2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32F09D0F-F86F-4AA5-AB1D-AAB1E5BA92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9569AF0-6598-4FCC-803D-B3C3DE030B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1B68A9D-7921-44B8-8464-E36F028EE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68EB3D7-2443-4764-9991-B691C090C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A6128C1-7748-441C-94E4-1874BB5779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276682F-0434-4D7E-B400-2DF99D969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CD2F02B-2688-4DCD-9610-1C086528FC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BA0DA4B-915F-4A6D-8368-BE7B53E426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01711BC-8D96-4E1F-934B-9E382A617A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364551E-CB94-4200-809A-9E33122BA6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464389BE-74F0-4F54-9DE0-2BCB33C78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6721F72-5343-46B1-AFC1-6DF4FF7710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4A528A6-14EE-4010-93CB-95F75CB96E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9186140D-084D-4621-A556-65927AB449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2049A17-7EE3-4BEF-B630-AD0AB020E6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223B596-7D86-4AF3-AE7E-A696FEF114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3F7FC8FA-C1DE-4F38-BCDA-464A54783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B5BEFE2E-F050-46F9-BAD0-939F37AA99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63D6C682-FD57-4DF7-854F-DD140E1E29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4142" y="1516213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FE1EBF-DF5F-E49C-E121-6CCD963C4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380515"/>
          </a:xfrm>
        </p:spPr>
        <p:txBody>
          <a:bodyPr>
            <a:normAutofit/>
          </a:bodyPr>
          <a:lstStyle/>
          <a:p>
            <a:r>
              <a:rPr lang="en-US" dirty="0"/>
              <a:t>Toolboxes in Foundry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1486C6C-FD1B-CD62-B3C1-7FEAE2EE6E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39620298"/>
              </p:ext>
            </p:extLst>
          </p:nvPr>
        </p:nvGraphicFramePr>
        <p:xfrm>
          <a:off x="690563" y="2339974"/>
          <a:ext cx="10325100" cy="38003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07360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Right Triangle 41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4E1EF4E8-5513-4BF5-BC41-04645281C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3848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 descr="Workers in a steel plant with ladle">
            <a:extLst>
              <a:ext uri="{FF2B5EF4-FFF2-40B4-BE49-F238E27FC236}">
                <a16:creationId xmlns:a16="http://schemas.microsoft.com/office/drawing/2014/main" id="{679591EF-1416-6027-CA9A-54CB60E265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925" b="16075"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  <p:sp>
        <p:nvSpPr>
          <p:cNvPr id="46" name="Flowchart: Document 45">
            <a:extLst>
              <a:ext uri="{FF2B5EF4-FFF2-40B4-BE49-F238E27FC236}">
                <a16:creationId xmlns:a16="http://schemas.microsoft.com/office/drawing/2014/main" id="{D22FBD32-C88A-4C1D-BC76-613A93944B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304804" y="304807"/>
            <a:ext cx="6858000" cy="6248391"/>
          </a:xfrm>
          <a:prstGeom prst="flowChartDocumen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1DE85A-F066-F9A3-D8DC-1D138E5E5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2"/>
            <a:ext cx="4225893" cy="307725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Demo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F6EB11-2FD2-ACBE-0855-492480F9A1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7" y="3971875"/>
            <a:ext cx="4903265" cy="219070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Create and deploy a toolbox in Foundry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53499997-BC46-4896-AEA5-37EC629D2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ADA461E0-415F-4E8B-8B08-2C975693D3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D1EDD03-89DD-456E-BB53-FA43BE25A3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2A76E89-A44E-4207-8F8A-F853ED8A3B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3C81BA9D-E2BC-4AD2-B816-5DE100BC85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EA155025-B3E7-46D2-B556-80A8E9083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AE4CEE-0410-46B5-B649-E3754C5394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C86DDB39-DB80-43C8-A5AF-24AE5841B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EF3BE8C2-40CB-46C0-9536-BA1C51AF92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BE2D5D2E-1F38-48BC-B038-9DA190B871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8289E300-BEF0-4977-919B-F3367CF876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F12B4899-7298-454D-90B9-382ACAEAA8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686FBE75-F4D3-48DD-85D2-593D0C1B37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E586789-549A-4D87-8967-6DCD5DEDF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B66293A2-B541-4BE7-8C99-1B730BB4DA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F2938820-6D84-479D-B608-354903781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98EE07FC-6A61-4C78-BAF6-86E2FD5435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9C4E5A61-6E0E-44DD-B47E-9547F3A540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948B355A-1131-4815-881C-3949360FA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873D903E-5A72-42B5-B741-95081B06E2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65769BB5-F1CF-4A57-A2E8-2ED9F9DDF0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E4F9ABF1-4E55-4D70-ACF2-DB7D62C7D4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2FD75E62-63B6-4237-88D5-02A90DDFA1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C6A41C83-58E2-4EE6-864C-DB7DE375A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F1162541-E8F8-4926-91B8-AD9F514156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33E6FB3D-A8E2-4B96-B87B-EEEC499F8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30766009-515D-4494-BFF6-AC554CBCD0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14C1372F-2169-48C6-8AEB-411E8405B2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973FA4F1-4239-4336-BB84-8E3BBCD7F5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2E90E0AA-C864-445E-AC17-96D1C90CBE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5D4D2F48-C2BF-4C1C-82B9-FEB42F3CD8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96BB855D-6213-4C07-A21A-F0250B89F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868290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7C3C2D0-A48F-4A6F-9C7D-888E9DFE6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98670FCA-2D56-45D2-833D-B1C0C63F9E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37" y="2882524"/>
            <a:ext cx="12184765" cy="3975477"/>
          </a:xfrm>
          <a:custGeom>
            <a:avLst/>
            <a:gdLst>
              <a:gd name="connsiteX0" fmla="*/ 8942254 w 12188952"/>
              <a:gd name="connsiteY0" fmla="*/ 34 h 3975477"/>
              <a:gd name="connsiteX1" fmla="*/ 11642906 w 12188952"/>
              <a:gd name="connsiteY1" fmla="*/ 225257 h 3975477"/>
              <a:gd name="connsiteX2" fmla="*/ 12188952 w 12188952"/>
              <a:gd name="connsiteY2" fmla="*/ 311174 h 3975477"/>
              <a:gd name="connsiteX3" fmla="*/ 12188952 w 12188952"/>
              <a:gd name="connsiteY3" fmla="*/ 3975477 h 3975477"/>
              <a:gd name="connsiteX4" fmla="*/ 0 w 12188952"/>
              <a:gd name="connsiteY4" fmla="*/ 3975477 h 3975477"/>
              <a:gd name="connsiteX5" fmla="*/ 0 w 12188952"/>
              <a:gd name="connsiteY5" fmla="*/ 1085061 h 3975477"/>
              <a:gd name="connsiteX6" fmla="*/ 552141 w 12188952"/>
              <a:gd name="connsiteY6" fmla="*/ 1079980 h 3975477"/>
              <a:gd name="connsiteX7" fmla="*/ 8942254 w 12188952"/>
              <a:gd name="connsiteY7" fmla="*/ 34 h 3975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952" h="3975477">
                <a:moveTo>
                  <a:pt x="8942254" y="34"/>
                </a:moveTo>
                <a:cubicBezTo>
                  <a:pt x="9695041" y="1709"/>
                  <a:pt x="10568453" y="66687"/>
                  <a:pt x="11642906" y="225257"/>
                </a:cubicBezTo>
                <a:lnTo>
                  <a:pt x="12188952" y="311174"/>
                </a:lnTo>
                <a:lnTo>
                  <a:pt x="12188952" y="3975477"/>
                </a:lnTo>
                <a:lnTo>
                  <a:pt x="0" y="3975477"/>
                </a:lnTo>
                <a:lnTo>
                  <a:pt x="0" y="1085061"/>
                </a:lnTo>
                <a:lnTo>
                  <a:pt x="552141" y="1079980"/>
                </a:lnTo>
                <a:cubicBezTo>
                  <a:pt x="4849952" y="999477"/>
                  <a:pt x="5931106" y="-6667"/>
                  <a:pt x="8942254" y="34"/>
                </a:cubicBezTo>
                <a:close/>
              </a:path>
            </a:pathLst>
          </a:custGeom>
          <a:solidFill>
            <a:srgbClr val="BCBCBC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37E539E-8E53-45C6-9EEF-BF0998DED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92B81EA-9142-4843-9DC4-B3B5945E3F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6D0167D-BCD6-40C9-9439-B218DAC26B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7BC2F72-CF0A-4BA3-9D44-4E126B58F4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5B957B0-AAF9-40DA-86CD-DFACC7EB14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3D3CBDA-22C0-4F55-8D19-908B3CD29F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EF45983-2EEE-4AFF-9780-BB72BDCC3D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FF41724-D1CB-4EB7-8375-C7E1B34312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17A52220-57D7-4107-AAB4-DD7CAF08D2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C2D2F73-51AF-431F-BDA8-97704FBA28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CE77D9F-7762-445F-92C5-3D1F544A0E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FF43ED7-CA1B-4E85-8CD4-5B3C0B4D76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76CDD2-AC2A-4A8F-9B0F-D25298B5C2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8D55A21-56BE-4FF0-8BC6-111865E291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871F41FC-CAF2-4220-9170-2EB7DB2633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9336BB3-E7C0-4644-ADD3-897281393E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A916F6F-0665-4C6A-9431-3AD86B94C8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4106CE4-7D9D-49DF-897A-822D5BF520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08BA2056-CDBA-4C2C-93A7-49A9A5773B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05CAEC81-0897-4760-8DBD-9EBF631CF4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9AC6E5B-B82D-46BB-990B-13E38336A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519FAF4-4633-481B-ACE9-F2B1A17719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F74408F-797A-4076-897E-818A00989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D9CFCD45-5E6A-40DF-8434-FAF095A442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19ABFC3-761E-4D3D-99D2-C167DF99CD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EFFB5E4A-E2C0-4323-8F3E-45C39D83D5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D0AC1BFB-C0BB-4C88-9FB9-A1C4767EC7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CC1A783-C784-4F05-9753-E8E230B142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1D89B71-AD25-443D-8B91-17E8A3CCF4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5E1C8879-01F2-4BCF-94F0-BAD8E22FF6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AA9E1DCE-FD5E-427D-8653-B1FFB8EAC5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FE35E521-8B46-446A-A31E-1952BB38A0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57F593C-2062-FC01-8964-CBE649743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5952"/>
            <a:ext cx="10797667" cy="1896062"/>
          </a:xfrm>
        </p:spPr>
        <p:txBody>
          <a:bodyPr anchor="b">
            <a:normAutofit/>
          </a:bodyPr>
          <a:lstStyle/>
          <a:p>
            <a:r>
              <a:rPr lang="en-US" dirty="0"/>
              <a:t>Manage agents at scale</a:t>
            </a:r>
          </a:p>
        </p:txBody>
      </p:sp>
      <p:sp>
        <p:nvSpPr>
          <p:cNvPr id="45" name="Right Triangle 44">
            <a:extLst>
              <a:ext uri="{FF2B5EF4-FFF2-40B4-BE49-F238E27FC236}">
                <a16:creationId xmlns:a16="http://schemas.microsoft.com/office/drawing/2014/main" id="{69F0804E-F8DE-40E7-90F4-68B638136E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8924" y="205549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EE4BA-6797-D820-F3AF-9A8A6F2CA6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2892" y="3425405"/>
            <a:ext cx="5408029" cy="2717996"/>
          </a:xfrm>
        </p:spPr>
        <p:txBody>
          <a:bodyPr anchor="ctr">
            <a:normAutofit/>
          </a:bodyPr>
          <a:lstStyle/>
          <a:p>
            <a:r>
              <a:rPr lang="en-US" dirty="0"/>
              <a:t>Microsoft Foundry Control Plane</a:t>
            </a:r>
          </a:p>
          <a:p>
            <a:pPr lvl="1"/>
            <a:r>
              <a:rPr lang="en-US" sz="2000" dirty="0"/>
              <a:t>Inventory</a:t>
            </a:r>
          </a:p>
          <a:p>
            <a:pPr lvl="1"/>
            <a:r>
              <a:rPr lang="en-US" sz="2000" dirty="0"/>
              <a:t>Observability</a:t>
            </a:r>
          </a:p>
          <a:p>
            <a:pPr lvl="1"/>
            <a:r>
              <a:rPr lang="en-US" sz="2000" dirty="0"/>
              <a:t>Tracing</a:t>
            </a:r>
          </a:p>
          <a:p>
            <a:pPr lvl="1"/>
            <a:r>
              <a:rPr lang="en-US" sz="2000" dirty="0"/>
              <a:t>Manage lifecycle events</a:t>
            </a:r>
          </a:p>
        </p:txBody>
      </p:sp>
    </p:spTree>
    <p:extLst>
      <p:ext uri="{BB962C8B-B14F-4D97-AF65-F5344CB8AC3E}">
        <p14:creationId xmlns:p14="http://schemas.microsoft.com/office/powerpoint/2010/main" val="2943645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1EFC9-31DD-D5D7-5947-46686B043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Resources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271EA8F-E1B0-C451-5C58-E68F38458AA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91079" y="2340131"/>
          <a:ext cx="10325000" cy="35644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49D24A2B-97C7-A1C3-FCA1-E4FF93689AB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32875" y="725951"/>
            <a:ext cx="1883204" cy="1883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5620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D431671-5191-4947-8899-E90505A704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77D2E98-ED65-4121-9DA5-6DBB831D0F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A94A307-5B5D-4E42-95B3-064D5093AD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CB3B32C-3BDA-4D41-9802-681B0599FD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5BDBFD6-7C61-4520-8203-BAB1986C15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4ABA4D7-9904-42C4-B0CD-B1CE2E0D37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B63F0D6-8747-4126-9359-B730EB21B7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91CD660-F5B2-49AC-9EFC-CE94B843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4BEB7EB-8E7F-4A4B-8581-73CE2003F2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04FB70E-6820-4456-872A-937F520606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3598DD6-9887-4CF7-BAFE-F96E0324EB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A503E64-565F-465B-A25C-042C5706C5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140EE7B-5CA1-4DCB-8652-6E4D2147B0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85077BE-700D-4C44-AA4D-7CF4E8FD71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B8B3FEB-D353-443D-A148-3915606516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91FF5FBB-3BD8-46EB-BDF9-081B29A444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C2E11FD-78A4-4F5C-A419-F0237DCAD2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F708EBE-3154-4FF4-8E8F-88A0762080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27A99B5C-EB03-4D56-8DFE-B006D7081B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2FCBAFF0-9FB4-4160-B9BE-CCBE1D8B8C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326953D7-154A-49A4-B2E1-D94D365EC4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36E3E12-5D96-48DB-8320-629428774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A059482-79BA-4E80-80A2-36FD8408DA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4EF88B3-C210-433D-B20D-FE41B4D5F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53665D3E-61E7-4EDF-A208-56449D765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874CF3B0-C9C3-4683-94A3-DC0AE1E745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BE90EF9-6DF5-47F4-A069-9F613C8142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844EBDE-5A9F-4E9F-8A55-57FB9E9797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6491FC45-82C4-40CD-8D0C-0A2F86E8A1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71AD0FE3-6144-4171-943E-0E65D08E8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A7BA4499-5E6A-4998-A0F4-614E65552B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CAFE7A6F-A7F0-4406-809F-E23FCB20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5F4A011-2966-5CA8-5E28-6CD771735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4927425" cy="1938525"/>
          </a:xfrm>
        </p:spPr>
        <p:txBody>
          <a:bodyPr>
            <a:normAutofit/>
          </a:bodyPr>
          <a:lstStyle/>
          <a:p>
            <a:r>
              <a:rPr lang="en-US" dirty="0"/>
              <a:t>Thank you / Q&amp;A</a:t>
            </a:r>
          </a:p>
        </p:txBody>
      </p:sp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BEAC0A80-07D3-49CB-87C3-BC34F219DF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79641" y="206405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62276-11D8-F286-B3F5-EDD02BE92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2886116"/>
            <a:ext cx="5378986" cy="3245931"/>
          </a:xfrm>
        </p:spPr>
        <p:txBody>
          <a:bodyPr>
            <a:normAutofit/>
          </a:bodyPr>
          <a:lstStyle/>
          <a:p>
            <a:r>
              <a:rPr lang="en-US" dirty="0"/>
              <a:t>Any questions?</a:t>
            </a:r>
          </a:p>
          <a:p>
            <a:r>
              <a:rPr lang="en-US" dirty="0"/>
              <a:t>Contact me – </a:t>
            </a:r>
            <a:r>
              <a:rPr lang="en-US" dirty="0">
                <a:hlinkClick r:id="rId3"/>
              </a:rPr>
              <a:t>alvin@alvinashcraft.com</a:t>
            </a:r>
            <a:endParaRPr lang="en-US" dirty="0"/>
          </a:p>
          <a:p>
            <a:r>
              <a:rPr lang="en-US" dirty="0"/>
              <a:t>Bluesky - </a:t>
            </a:r>
            <a:r>
              <a:rPr lang="en-US" dirty="0">
                <a:hlinkClick r:id="rId4"/>
              </a:rPr>
              <a:t>https://bsky.app/profile/alvinashcraft.com</a:t>
            </a:r>
            <a:r>
              <a:rPr lang="en-US" dirty="0"/>
              <a:t> </a:t>
            </a:r>
          </a:p>
        </p:txBody>
      </p:sp>
      <p:pic>
        <p:nvPicPr>
          <p:cNvPr id="5" name="Picture 4" descr="Question mark boxes">
            <a:extLst>
              <a:ext uri="{FF2B5EF4-FFF2-40B4-BE49-F238E27FC236}">
                <a16:creationId xmlns:a16="http://schemas.microsoft.com/office/drawing/2014/main" id="{09745F5F-5A17-BBF4-DC40-BC11D59C764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8762" r="22882" b="1"/>
          <a:stretch>
            <a:fillRect/>
          </a:stretch>
        </p:blipFill>
        <p:spPr>
          <a:xfrm>
            <a:off x="6309311" y="1"/>
            <a:ext cx="5899302" cy="6862230"/>
          </a:xfrm>
          <a:custGeom>
            <a:avLst/>
            <a:gdLst/>
            <a:ahLst/>
            <a:cxnLst/>
            <a:rect l="l" t="t" r="r" b="b"/>
            <a:pathLst>
              <a:path w="5923149" h="6857997">
                <a:moveTo>
                  <a:pt x="320173" y="0"/>
                </a:moveTo>
                <a:lnTo>
                  <a:pt x="5923149" y="0"/>
                </a:lnTo>
                <a:lnTo>
                  <a:pt x="5923149" y="6857997"/>
                </a:lnTo>
                <a:lnTo>
                  <a:pt x="1111789" y="6857997"/>
                </a:lnTo>
                <a:lnTo>
                  <a:pt x="1106562" y="6546368"/>
                </a:lnTo>
                <a:cubicBezTo>
                  <a:pt x="1000021" y="3425651"/>
                  <a:pt x="-688878" y="3321843"/>
                  <a:pt x="320173" y="0"/>
                </a:cubicBezTo>
                <a:close/>
              </a:path>
            </a:pathLst>
          </a:cu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D9C4401-3DA1-CC4E-4250-8717298E49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43782" y="4683230"/>
            <a:ext cx="1834589" cy="1834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311703"/>
      </p:ext>
    </p:extLst>
  </p:cSld>
  <p:clrMapOvr>
    <a:masterClrMapping/>
  </p:clrMapOvr>
</p:sld>
</file>

<file path=ppt/theme/theme1.xml><?xml version="1.0" encoding="utf-8"?>
<a:theme xmlns:a="http://schemas.openxmlformats.org/drawingml/2006/main" name="CosineVTI">
  <a:themeElements>
    <a:clrScheme name="Custom 133">
      <a:dk1>
        <a:sysClr val="windowText" lastClr="000000"/>
      </a:dk1>
      <a:lt1>
        <a:sysClr val="window" lastClr="FFFFFF"/>
      </a:lt1>
      <a:dk2>
        <a:srgbClr val="2A2735"/>
      </a:dk2>
      <a:lt2>
        <a:srgbClr val="EEEEEE"/>
      </a:lt2>
      <a:accent1>
        <a:srgbClr val="1EBE9B"/>
      </a:accent1>
      <a:accent2>
        <a:srgbClr val="8F99BB"/>
      </a:accent2>
      <a:accent3>
        <a:srgbClr val="FD8686"/>
      </a:accent3>
      <a:accent4>
        <a:srgbClr val="A3A3C1"/>
      </a:accent4>
      <a:accent5>
        <a:srgbClr val="7162FE"/>
      </a:accent5>
      <a:accent6>
        <a:srgbClr val="E76445"/>
      </a:accent6>
      <a:hlink>
        <a:srgbClr val="EF08F7"/>
      </a:hlink>
      <a:folHlink>
        <a:srgbClr val="8477FE"/>
      </a:folHlink>
    </a:clrScheme>
    <a:fontScheme name="Custom 50">
      <a:majorFont>
        <a:latin typeface="Grandview"/>
        <a:ea typeface=""/>
        <a:cs typeface=""/>
      </a:majorFont>
      <a:minorFont>
        <a:latin typeface="Grandvie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sineVTI" id="{4F4449D5-5E9D-4D83-9E2A-939F9CF20276}" vid="{03166EA1-370F-4321-A61E-8851365B431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2151</TotalTime>
  <Words>1253</Words>
  <Application>Microsoft Macintosh PowerPoint</Application>
  <PresentationFormat>Widescreen</PresentationFormat>
  <Paragraphs>205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Aptos</vt:lpstr>
      <vt:lpstr>Arial</vt:lpstr>
      <vt:lpstr>Calibri</vt:lpstr>
      <vt:lpstr>Grandview</vt:lpstr>
      <vt:lpstr>Oswald</vt:lpstr>
      <vt:lpstr>Source Sans Pro</vt:lpstr>
      <vt:lpstr>Source Sans Pro Black</vt:lpstr>
      <vt:lpstr>Wingdings</vt:lpstr>
      <vt:lpstr>CosineVTI</vt:lpstr>
      <vt:lpstr>Supercharge Your Agents: Custom Tools, MCP, and Microsoft Foundry</vt:lpstr>
      <vt:lpstr>About me</vt:lpstr>
      <vt:lpstr>PowerPoint Presentation</vt:lpstr>
      <vt:lpstr>Agenda</vt:lpstr>
      <vt:lpstr>What is Microsoft Foundry?</vt:lpstr>
      <vt:lpstr>What can you build in Foundry?</vt:lpstr>
      <vt:lpstr>Agent Services</vt:lpstr>
      <vt:lpstr>Agent Services Options</vt:lpstr>
      <vt:lpstr>Building Hosted Agents</vt:lpstr>
      <vt:lpstr>Extend agents with tools</vt:lpstr>
      <vt:lpstr>Toolboxes in Foundry</vt:lpstr>
      <vt:lpstr>Demo</vt:lpstr>
      <vt:lpstr>Manage agents at scale</vt:lpstr>
      <vt:lpstr>Additional Resources</vt:lpstr>
      <vt:lpstr>Thank you / 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Alvin Ashcraft</dc:creator>
  <cp:lastModifiedBy>Alvin Ashcraft</cp:lastModifiedBy>
  <cp:revision>60</cp:revision>
  <dcterms:created xsi:type="dcterms:W3CDTF">2026-07-28T23:20:44Z</dcterms:created>
  <dcterms:modified xsi:type="dcterms:W3CDTF">2026-08-25T05:57:55Z</dcterms:modified>
</cp:coreProperties>
</file>