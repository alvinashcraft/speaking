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703" r:id="rId3"/>
  </p:sldMasterIdLst>
  <p:notesMasterIdLst>
    <p:notesMasterId r:id="rId36"/>
  </p:notesMasterIdLst>
  <p:handoutMasterIdLst>
    <p:handoutMasterId r:id="rId37"/>
  </p:handoutMasterIdLst>
  <p:sldIdLst>
    <p:sldId id="258" r:id="rId4"/>
    <p:sldId id="259" r:id="rId5"/>
    <p:sldId id="262" r:id="rId6"/>
    <p:sldId id="263" r:id="rId7"/>
    <p:sldId id="264" r:id="rId8"/>
    <p:sldId id="265" r:id="rId9"/>
    <p:sldId id="266" r:id="rId10"/>
    <p:sldId id="268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8" r:id="rId31"/>
    <p:sldId id="287" r:id="rId32"/>
    <p:sldId id="289" r:id="rId33"/>
    <p:sldId id="290" r:id="rId34"/>
    <p:sldId id="291" r:id="rId35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B26"/>
    <a:srgbClr val="0073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6" autoAdjust="0"/>
    <p:restoredTop sz="82527" autoAdjust="0"/>
  </p:normalViewPr>
  <p:slideViewPr>
    <p:cSldViewPr>
      <p:cViewPr varScale="1">
        <p:scale>
          <a:sx n="94" d="100"/>
          <a:sy n="94" d="100"/>
        </p:scale>
        <p:origin x="72" y="2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2155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viewProps" Target="view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9D3CDA-B658-4717-8096-2A01030821F7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93338D8-1B44-42B7-8DBB-3C4930821FAE}">
      <dgm:prSet/>
      <dgm:spPr/>
      <dgm:t>
        <a:bodyPr/>
        <a:lstStyle/>
        <a:p>
          <a:pPr>
            <a:defRPr b="1"/>
          </a:pPr>
          <a:r>
            <a:rPr lang="en-US"/>
            <a:t>Software industry for nearly 30 years</a:t>
          </a:r>
        </a:p>
      </dgm:t>
    </dgm:pt>
    <dgm:pt modelId="{8594AF73-9A04-4D29-B23C-417FA3B07FA5}" type="parTrans" cxnId="{E8FCEB46-F98C-4A32-9B4E-89796A45F77C}">
      <dgm:prSet/>
      <dgm:spPr/>
      <dgm:t>
        <a:bodyPr/>
        <a:lstStyle/>
        <a:p>
          <a:endParaRPr lang="en-US"/>
        </a:p>
      </dgm:t>
    </dgm:pt>
    <dgm:pt modelId="{265DF096-8398-45FB-A52D-8E6CFD843B01}" type="sibTrans" cxnId="{E8FCEB46-F98C-4A32-9B4E-89796A45F77C}">
      <dgm:prSet/>
      <dgm:spPr/>
      <dgm:t>
        <a:bodyPr/>
        <a:lstStyle/>
        <a:p>
          <a:endParaRPr lang="en-US"/>
        </a:p>
      </dgm:t>
    </dgm:pt>
    <dgm:pt modelId="{C6350DD8-5058-4771-BF07-523E7828FFD8}">
      <dgm:prSet/>
      <dgm:spPr/>
      <dgm:t>
        <a:bodyPr/>
        <a:lstStyle/>
        <a:p>
          <a:r>
            <a:rPr lang="en-US" baseline="0"/>
            <a:t>Started programming in 1995 (VB 3 &amp; Microsoft Access)</a:t>
          </a:r>
          <a:endParaRPr lang="en-US"/>
        </a:p>
      </dgm:t>
    </dgm:pt>
    <dgm:pt modelId="{934C79FC-6EDF-4FCD-9CA5-4EBD3ACFC580}" type="parTrans" cxnId="{8FA83831-3018-4EB9-829E-1C1BE91322A7}">
      <dgm:prSet/>
      <dgm:spPr/>
      <dgm:t>
        <a:bodyPr/>
        <a:lstStyle/>
        <a:p>
          <a:endParaRPr lang="en-US"/>
        </a:p>
      </dgm:t>
    </dgm:pt>
    <dgm:pt modelId="{62AECD7E-6CFF-4F04-B1F1-C20A181AD1D5}" type="sibTrans" cxnId="{8FA83831-3018-4EB9-829E-1C1BE91322A7}">
      <dgm:prSet/>
      <dgm:spPr/>
      <dgm:t>
        <a:bodyPr/>
        <a:lstStyle/>
        <a:p>
          <a:endParaRPr lang="en-US"/>
        </a:p>
      </dgm:t>
    </dgm:pt>
    <dgm:pt modelId="{A7322935-F292-4F2C-90ED-1675DBC35EA2}">
      <dgm:prSet/>
      <dgm:spPr/>
      <dgm:t>
        <a:bodyPr/>
        <a:lstStyle/>
        <a:p>
          <a:r>
            <a:rPr lang="en-US" baseline="0"/>
            <a:t>Content developer at Microsoft since 2022</a:t>
          </a:r>
          <a:endParaRPr lang="en-US"/>
        </a:p>
      </dgm:t>
    </dgm:pt>
    <dgm:pt modelId="{57DDA428-6B9B-4C23-AEE8-FF92D07C4BB4}" type="parTrans" cxnId="{30F5E710-3C10-4B96-BB7C-1931B673757F}">
      <dgm:prSet/>
      <dgm:spPr/>
      <dgm:t>
        <a:bodyPr/>
        <a:lstStyle/>
        <a:p>
          <a:endParaRPr lang="en-US"/>
        </a:p>
      </dgm:t>
    </dgm:pt>
    <dgm:pt modelId="{853FABD4-B1FC-44C9-92FB-B3B41BFCEA9C}" type="sibTrans" cxnId="{30F5E710-3C10-4B96-BB7C-1931B673757F}">
      <dgm:prSet/>
      <dgm:spPr/>
      <dgm:t>
        <a:bodyPr/>
        <a:lstStyle/>
        <a:p>
          <a:endParaRPr lang="en-US"/>
        </a:p>
      </dgm:t>
    </dgm:pt>
    <dgm:pt modelId="{66AD18CB-0794-48E5-B9C5-15DF59FC7A26}">
      <dgm:prSet/>
      <dgm:spPr/>
      <dgm:t>
        <a:bodyPr/>
        <a:lstStyle/>
        <a:p>
          <a:pPr>
            <a:defRPr b="1"/>
          </a:pPr>
          <a:r>
            <a:rPr lang="en-US"/>
            <a:t>Morning Dew link blog</a:t>
          </a:r>
        </a:p>
      </dgm:t>
    </dgm:pt>
    <dgm:pt modelId="{6198B543-83F2-4660-A428-32378C753121}" type="parTrans" cxnId="{46A86462-2D02-413F-BF6F-E8BBAEF9F262}">
      <dgm:prSet/>
      <dgm:spPr/>
      <dgm:t>
        <a:bodyPr/>
        <a:lstStyle/>
        <a:p>
          <a:endParaRPr lang="en-US"/>
        </a:p>
      </dgm:t>
    </dgm:pt>
    <dgm:pt modelId="{C5C20D40-CBFA-41C0-AE4F-CBB5572DCE41}" type="sibTrans" cxnId="{46A86462-2D02-413F-BF6F-E8BBAEF9F262}">
      <dgm:prSet/>
      <dgm:spPr/>
      <dgm:t>
        <a:bodyPr/>
        <a:lstStyle/>
        <a:p>
          <a:endParaRPr lang="en-US"/>
        </a:p>
      </dgm:t>
    </dgm:pt>
    <dgm:pt modelId="{304C04A8-E3BA-429F-9917-C0E7322FF83C}">
      <dgm:prSet/>
      <dgm:spPr/>
      <dgm:t>
        <a:bodyPr/>
        <a:lstStyle/>
        <a:p>
          <a:r>
            <a:rPr lang="en-US" baseline="0"/>
            <a:t>Daily links for .NET developers since 2007</a:t>
          </a:r>
          <a:endParaRPr lang="en-US"/>
        </a:p>
      </dgm:t>
    </dgm:pt>
    <dgm:pt modelId="{20ECDB2D-EA27-4734-BFB2-5DB38F38D4AC}" type="parTrans" cxnId="{5784F2F8-52C0-4F1A-BB08-A09BF6078610}">
      <dgm:prSet/>
      <dgm:spPr/>
      <dgm:t>
        <a:bodyPr/>
        <a:lstStyle/>
        <a:p>
          <a:endParaRPr lang="en-US"/>
        </a:p>
      </dgm:t>
    </dgm:pt>
    <dgm:pt modelId="{D3E2312A-02AE-4F23-9D72-537BE415D9C9}" type="sibTrans" cxnId="{5784F2F8-52C0-4F1A-BB08-A09BF6078610}">
      <dgm:prSet/>
      <dgm:spPr/>
      <dgm:t>
        <a:bodyPr/>
        <a:lstStyle/>
        <a:p>
          <a:endParaRPr lang="en-US"/>
        </a:p>
      </dgm:t>
    </dgm:pt>
    <dgm:pt modelId="{5512F7B1-65C6-48D7-8067-92C3423B91E1}">
      <dgm:prSet/>
      <dgm:spPr/>
      <dgm:t>
        <a:bodyPr/>
        <a:lstStyle/>
        <a:p>
          <a:pPr>
            <a:defRPr b="1"/>
          </a:pPr>
          <a:r>
            <a:rPr lang="en-US"/>
            <a:t>Three (soon to be four) books for Packt Publishing</a:t>
          </a:r>
        </a:p>
      </dgm:t>
    </dgm:pt>
    <dgm:pt modelId="{C46AF498-828E-4B80-8B85-5224C75BE014}" type="parTrans" cxnId="{4F660BA0-AEC7-49B0-A638-EA9619D83E5C}">
      <dgm:prSet/>
      <dgm:spPr/>
      <dgm:t>
        <a:bodyPr/>
        <a:lstStyle/>
        <a:p>
          <a:endParaRPr lang="en-US"/>
        </a:p>
      </dgm:t>
    </dgm:pt>
    <dgm:pt modelId="{4E924B8B-1A0D-4340-8BA5-5F4F06035A86}" type="sibTrans" cxnId="{4F660BA0-AEC7-49B0-A638-EA9619D83E5C}">
      <dgm:prSet/>
      <dgm:spPr/>
      <dgm:t>
        <a:bodyPr/>
        <a:lstStyle/>
        <a:p>
          <a:endParaRPr lang="en-US"/>
        </a:p>
      </dgm:t>
    </dgm:pt>
    <dgm:pt modelId="{52648555-5223-4903-9E01-EEE1B423A04F}">
      <dgm:prSet/>
      <dgm:spPr/>
      <dgm:t>
        <a:bodyPr/>
        <a:lstStyle/>
        <a:p>
          <a:r>
            <a:rPr lang="en-US" baseline="0"/>
            <a:t>Learn WinUI 3 (two editions)</a:t>
          </a:r>
          <a:endParaRPr lang="en-US"/>
        </a:p>
      </dgm:t>
    </dgm:pt>
    <dgm:pt modelId="{E10F5AB1-F69C-42FF-8471-CB8739A5113B}" type="parTrans" cxnId="{69BBA191-032A-4C37-A971-B79FE7265B08}">
      <dgm:prSet/>
      <dgm:spPr/>
      <dgm:t>
        <a:bodyPr/>
        <a:lstStyle/>
        <a:p>
          <a:endParaRPr lang="en-US"/>
        </a:p>
      </dgm:t>
    </dgm:pt>
    <dgm:pt modelId="{4B77CA65-A132-4CF7-8D58-DCBF58D678E7}" type="sibTrans" cxnId="{69BBA191-032A-4C37-A971-B79FE7265B08}">
      <dgm:prSet/>
      <dgm:spPr/>
      <dgm:t>
        <a:bodyPr/>
        <a:lstStyle/>
        <a:p>
          <a:endParaRPr lang="en-US"/>
        </a:p>
      </dgm:t>
    </dgm:pt>
    <dgm:pt modelId="{89D3D749-CE3C-4498-9B6F-02BAAE092F6C}">
      <dgm:prSet/>
      <dgm:spPr/>
      <dgm:t>
        <a:bodyPr/>
        <a:lstStyle/>
        <a:p>
          <a:r>
            <a:rPr lang="en-US" baseline="0"/>
            <a:t>Parallel Programming and Concurrency with C# and .NET</a:t>
          </a:r>
          <a:endParaRPr lang="en-US"/>
        </a:p>
      </dgm:t>
    </dgm:pt>
    <dgm:pt modelId="{05771550-6491-4B78-9A5D-E019D3EDF4FD}" type="parTrans" cxnId="{584ECE82-393D-4D88-82B4-9AFE1BFF2A11}">
      <dgm:prSet/>
      <dgm:spPr/>
      <dgm:t>
        <a:bodyPr/>
        <a:lstStyle/>
        <a:p>
          <a:endParaRPr lang="en-US"/>
        </a:p>
      </dgm:t>
    </dgm:pt>
    <dgm:pt modelId="{169E8FF6-F953-46D0-8C52-CF37C3DD6A0D}" type="sibTrans" cxnId="{584ECE82-393D-4D88-82B4-9AFE1BFF2A11}">
      <dgm:prSet/>
      <dgm:spPr/>
      <dgm:t>
        <a:bodyPr/>
        <a:lstStyle/>
        <a:p>
          <a:endParaRPr lang="en-US"/>
        </a:p>
      </dgm:t>
    </dgm:pt>
    <dgm:pt modelId="{6756BF96-F5C0-4A87-93E0-9B9F56F494EE}">
      <dgm:prSet/>
      <dgm:spPr/>
      <dgm:t>
        <a:bodyPr/>
        <a:lstStyle/>
        <a:p>
          <a:r>
            <a:rPr lang="en-US" baseline="0"/>
            <a:t>MCP for .NET Developers (coming March 2026 - co-author)</a:t>
          </a:r>
          <a:endParaRPr lang="en-US"/>
        </a:p>
      </dgm:t>
    </dgm:pt>
    <dgm:pt modelId="{18FAC14D-288D-4F25-B120-4A393160D7EF}" type="parTrans" cxnId="{65532BFE-81FD-43D4-93A1-816C72BA69C6}">
      <dgm:prSet/>
      <dgm:spPr/>
      <dgm:t>
        <a:bodyPr/>
        <a:lstStyle/>
        <a:p>
          <a:endParaRPr lang="en-US"/>
        </a:p>
      </dgm:t>
    </dgm:pt>
    <dgm:pt modelId="{B9A32A70-FD98-423C-8A92-9E490C763236}" type="sibTrans" cxnId="{65532BFE-81FD-43D4-93A1-816C72BA69C6}">
      <dgm:prSet/>
      <dgm:spPr/>
      <dgm:t>
        <a:bodyPr/>
        <a:lstStyle/>
        <a:p>
          <a:endParaRPr lang="en-US"/>
        </a:p>
      </dgm:t>
    </dgm:pt>
    <dgm:pt modelId="{2D2B2715-95A7-4FE0-9351-287A2B0CE432}">
      <dgm:prSet/>
      <dgm:spPr/>
      <dgm:t>
        <a:bodyPr/>
        <a:lstStyle/>
        <a:p>
          <a:pPr>
            <a:defRPr b="1"/>
          </a:pPr>
          <a:r>
            <a:rPr lang="en-US"/>
            <a:t>TechBash dev conference organizer since 2016</a:t>
          </a:r>
        </a:p>
      </dgm:t>
    </dgm:pt>
    <dgm:pt modelId="{6DB861D5-E7D8-452E-A3F4-0661C338E7A4}" type="parTrans" cxnId="{8FE11BAD-044B-4466-997A-39F4ED335CB7}">
      <dgm:prSet/>
      <dgm:spPr/>
      <dgm:t>
        <a:bodyPr/>
        <a:lstStyle/>
        <a:p>
          <a:endParaRPr lang="en-US"/>
        </a:p>
      </dgm:t>
    </dgm:pt>
    <dgm:pt modelId="{2E8137D4-88B2-4F14-B1CE-6426D1305E4F}" type="sibTrans" cxnId="{8FE11BAD-044B-4466-997A-39F4ED335CB7}">
      <dgm:prSet/>
      <dgm:spPr/>
      <dgm:t>
        <a:bodyPr/>
        <a:lstStyle/>
        <a:p>
          <a:endParaRPr lang="en-US"/>
        </a:p>
      </dgm:t>
    </dgm:pt>
    <dgm:pt modelId="{8EAE42D1-94D0-4FCB-842C-785F618E1499}" type="pres">
      <dgm:prSet presAssocID="{499D3CDA-B658-4717-8096-2A01030821F7}" presName="root" presStyleCnt="0">
        <dgm:presLayoutVars>
          <dgm:dir/>
          <dgm:resizeHandles val="exact"/>
        </dgm:presLayoutVars>
      </dgm:prSet>
      <dgm:spPr/>
    </dgm:pt>
    <dgm:pt modelId="{8D88C2FE-C704-42DF-A5A0-F97AC0FEC78C}" type="pres">
      <dgm:prSet presAssocID="{193338D8-1B44-42B7-8DBB-3C4930821FAE}" presName="compNode" presStyleCnt="0"/>
      <dgm:spPr/>
    </dgm:pt>
    <dgm:pt modelId="{4D592EDE-0473-4DEF-A612-D31396FC64D6}" type="pres">
      <dgm:prSet presAssocID="{193338D8-1B44-42B7-8DBB-3C4930821FA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0B01464-7E66-45C5-A912-E41E56CE6CD8}" type="pres">
      <dgm:prSet presAssocID="{193338D8-1B44-42B7-8DBB-3C4930821FAE}" presName="iconSpace" presStyleCnt="0"/>
      <dgm:spPr/>
    </dgm:pt>
    <dgm:pt modelId="{B5C9E83A-86E6-4EAF-966A-C17701C6FBFA}" type="pres">
      <dgm:prSet presAssocID="{193338D8-1B44-42B7-8DBB-3C4930821FAE}" presName="parTx" presStyleLbl="revTx" presStyleIdx="0" presStyleCnt="8">
        <dgm:presLayoutVars>
          <dgm:chMax val="0"/>
          <dgm:chPref val="0"/>
        </dgm:presLayoutVars>
      </dgm:prSet>
      <dgm:spPr/>
    </dgm:pt>
    <dgm:pt modelId="{5C8B19EC-5ABE-4420-8178-B947853F7588}" type="pres">
      <dgm:prSet presAssocID="{193338D8-1B44-42B7-8DBB-3C4930821FAE}" presName="txSpace" presStyleCnt="0"/>
      <dgm:spPr/>
    </dgm:pt>
    <dgm:pt modelId="{FEF567E7-7A7D-43F0-8C85-538C2D4E257C}" type="pres">
      <dgm:prSet presAssocID="{193338D8-1B44-42B7-8DBB-3C4930821FAE}" presName="desTx" presStyleLbl="revTx" presStyleIdx="1" presStyleCnt="8">
        <dgm:presLayoutVars/>
      </dgm:prSet>
      <dgm:spPr/>
    </dgm:pt>
    <dgm:pt modelId="{9F26F9BF-C2BB-40EC-AEDB-3D3CC1D9228F}" type="pres">
      <dgm:prSet presAssocID="{265DF096-8398-45FB-A52D-8E6CFD843B01}" presName="sibTrans" presStyleCnt="0"/>
      <dgm:spPr/>
    </dgm:pt>
    <dgm:pt modelId="{8B3F178C-F106-41EC-A734-7564DD2975FC}" type="pres">
      <dgm:prSet presAssocID="{66AD18CB-0794-48E5-B9C5-15DF59FC7A26}" presName="compNode" presStyleCnt="0"/>
      <dgm:spPr/>
    </dgm:pt>
    <dgm:pt modelId="{6A8BC65D-5FAB-4FBC-ADA8-EEFCD4F71B46}" type="pres">
      <dgm:prSet presAssocID="{66AD18CB-0794-48E5-B9C5-15DF59FC7A2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3B317A1A-2E2C-41BE-BCA5-0D830A8F2116}" type="pres">
      <dgm:prSet presAssocID="{66AD18CB-0794-48E5-B9C5-15DF59FC7A26}" presName="iconSpace" presStyleCnt="0"/>
      <dgm:spPr/>
    </dgm:pt>
    <dgm:pt modelId="{EECE5D06-D02E-43AA-AFFF-05CBD7E93B82}" type="pres">
      <dgm:prSet presAssocID="{66AD18CB-0794-48E5-B9C5-15DF59FC7A26}" presName="parTx" presStyleLbl="revTx" presStyleIdx="2" presStyleCnt="8">
        <dgm:presLayoutVars>
          <dgm:chMax val="0"/>
          <dgm:chPref val="0"/>
        </dgm:presLayoutVars>
      </dgm:prSet>
      <dgm:spPr/>
    </dgm:pt>
    <dgm:pt modelId="{5D3684A0-D5F1-4292-A0D1-651625B3022B}" type="pres">
      <dgm:prSet presAssocID="{66AD18CB-0794-48E5-B9C5-15DF59FC7A26}" presName="txSpace" presStyleCnt="0"/>
      <dgm:spPr/>
    </dgm:pt>
    <dgm:pt modelId="{EC4D7EB6-ACAD-41DA-9D2A-8902D5FD039F}" type="pres">
      <dgm:prSet presAssocID="{66AD18CB-0794-48E5-B9C5-15DF59FC7A26}" presName="desTx" presStyleLbl="revTx" presStyleIdx="3" presStyleCnt="8">
        <dgm:presLayoutVars/>
      </dgm:prSet>
      <dgm:spPr/>
    </dgm:pt>
    <dgm:pt modelId="{4A3B502E-84CB-4B2C-9181-43FC5EE29E30}" type="pres">
      <dgm:prSet presAssocID="{C5C20D40-CBFA-41C0-AE4F-CBB5572DCE41}" presName="sibTrans" presStyleCnt="0"/>
      <dgm:spPr/>
    </dgm:pt>
    <dgm:pt modelId="{DEF89AB8-E39E-4A2F-9EF8-0869756983AE}" type="pres">
      <dgm:prSet presAssocID="{5512F7B1-65C6-48D7-8067-92C3423B91E1}" presName="compNode" presStyleCnt="0"/>
      <dgm:spPr/>
    </dgm:pt>
    <dgm:pt modelId="{1986B473-6315-487A-AABE-5EDD9D402D06}" type="pres">
      <dgm:prSet presAssocID="{5512F7B1-65C6-48D7-8067-92C3423B91E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F09D93D0-CA70-4CE4-B3EC-A32B3A4AE400}" type="pres">
      <dgm:prSet presAssocID="{5512F7B1-65C6-48D7-8067-92C3423B91E1}" presName="iconSpace" presStyleCnt="0"/>
      <dgm:spPr/>
    </dgm:pt>
    <dgm:pt modelId="{CFBDF2E7-7DC0-4C99-93CC-1B2A8A07F708}" type="pres">
      <dgm:prSet presAssocID="{5512F7B1-65C6-48D7-8067-92C3423B91E1}" presName="parTx" presStyleLbl="revTx" presStyleIdx="4" presStyleCnt="8">
        <dgm:presLayoutVars>
          <dgm:chMax val="0"/>
          <dgm:chPref val="0"/>
        </dgm:presLayoutVars>
      </dgm:prSet>
      <dgm:spPr/>
    </dgm:pt>
    <dgm:pt modelId="{E9EC1D15-FAC7-46D4-B3D8-7C62314ECD7A}" type="pres">
      <dgm:prSet presAssocID="{5512F7B1-65C6-48D7-8067-92C3423B91E1}" presName="txSpace" presStyleCnt="0"/>
      <dgm:spPr/>
    </dgm:pt>
    <dgm:pt modelId="{B532AB85-CF75-4DAD-BDF7-22595255FBA3}" type="pres">
      <dgm:prSet presAssocID="{5512F7B1-65C6-48D7-8067-92C3423B91E1}" presName="desTx" presStyleLbl="revTx" presStyleIdx="5" presStyleCnt="8">
        <dgm:presLayoutVars/>
      </dgm:prSet>
      <dgm:spPr/>
    </dgm:pt>
    <dgm:pt modelId="{E6E8021C-7291-43C7-B46B-B0D2AC3BC322}" type="pres">
      <dgm:prSet presAssocID="{4E924B8B-1A0D-4340-8BA5-5F4F06035A86}" presName="sibTrans" presStyleCnt="0"/>
      <dgm:spPr/>
    </dgm:pt>
    <dgm:pt modelId="{892F4257-B291-4A5C-A411-0FC9C0F773F0}" type="pres">
      <dgm:prSet presAssocID="{2D2B2715-95A7-4FE0-9351-287A2B0CE432}" presName="compNode" presStyleCnt="0"/>
      <dgm:spPr/>
    </dgm:pt>
    <dgm:pt modelId="{439B57AA-FA4B-40A5-B01D-823FF003AE79}" type="pres">
      <dgm:prSet presAssocID="{2D2B2715-95A7-4FE0-9351-287A2B0CE43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F752DD29-798D-479A-BA24-4C6BBCB2613F}" type="pres">
      <dgm:prSet presAssocID="{2D2B2715-95A7-4FE0-9351-287A2B0CE432}" presName="iconSpace" presStyleCnt="0"/>
      <dgm:spPr/>
    </dgm:pt>
    <dgm:pt modelId="{399FA811-9A25-488F-BA19-ED7DB19166FE}" type="pres">
      <dgm:prSet presAssocID="{2D2B2715-95A7-4FE0-9351-287A2B0CE432}" presName="parTx" presStyleLbl="revTx" presStyleIdx="6" presStyleCnt="8">
        <dgm:presLayoutVars>
          <dgm:chMax val="0"/>
          <dgm:chPref val="0"/>
        </dgm:presLayoutVars>
      </dgm:prSet>
      <dgm:spPr/>
    </dgm:pt>
    <dgm:pt modelId="{A65FDA5C-4A0B-4C53-BA8D-F1BB6A6F0A70}" type="pres">
      <dgm:prSet presAssocID="{2D2B2715-95A7-4FE0-9351-287A2B0CE432}" presName="txSpace" presStyleCnt="0"/>
      <dgm:spPr/>
    </dgm:pt>
    <dgm:pt modelId="{55B1D1AB-DA2C-405B-937B-22ED58B33D2F}" type="pres">
      <dgm:prSet presAssocID="{2D2B2715-95A7-4FE0-9351-287A2B0CE432}" presName="desTx" presStyleLbl="revTx" presStyleIdx="7" presStyleCnt="8">
        <dgm:presLayoutVars/>
      </dgm:prSet>
      <dgm:spPr/>
    </dgm:pt>
  </dgm:ptLst>
  <dgm:cxnLst>
    <dgm:cxn modelId="{30F5E710-3C10-4B96-BB7C-1931B673757F}" srcId="{193338D8-1B44-42B7-8DBB-3C4930821FAE}" destId="{A7322935-F292-4F2C-90ED-1675DBC35EA2}" srcOrd="1" destOrd="0" parTransId="{57DDA428-6B9B-4C23-AEE8-FF92D07C4BB4}" sibTransId="{853FABD4-B1FC-44C9-92FB-B3B41BFCEA9C}"/>
    <dgm:cxn modelId="{3FFC902A-9464-48CF-B4A6-F8942363E46C}" type="presOf" srcId="{66AD18CB-0794-48E5-B9C5-15DF59FC7A26}" destId="{EECE5D06-D02E-43AA-AFFF-05CBD7E93B82}" srcOrd="0" destOrd="0" presId="urn:microsoft.com/office/officeart/2018/5/layout/CenteredIconLabelDescriptionList"/>
    <dgm:cxn modelId="{8FA83831-3018-4EB9-829E-1C1BE91322A7}" srcId="{193338D8-1B44-42B7-8DBB-3C4930821FAE}" destId="{C6350DD8-5058-4771-BF07-523E7828FFD8}" srcOrd="0" destOrd="0" parTransId="{934C79FC-6EDF-4FCD-9CA5-4EBD3ACFC580}" sibTransId="{62AECD7E-6CFF-4F04-B1F1-C20A181AD1D5}"/>
    <dgm:cxn modelId="{57C8765E-08F0-43E7-8F18-56E7469907A4}" type="presOf" srcId="{89D3D749-CE3C-4498-9B6F-02BAAE092F6C}" destId="{B532AB85-CF75-4DAD-BDF7-22595255FBA3}" srcOrd="0" destOrd="1" presId="urn:microsoft.com/office/officeart/2018/5/layout/CenteredIconLabelDescriptionList"/>
    <dgm:cxn modelId="{86DCA75F-DF5C-4B9E-AB62-3530605A903F}" type="presOf" srcId="{499D3CDA-B658-4717-8096-2A01030821F7}" destId="{8EAE42D1-94D0-4FCB-842C-785F618E1499}" srcOrd="0" destOrd="0" presId="urn:microsoft.com/office/officeart/2018/5/layout/CenteredIconLabelDescriptionList"/>
    <dgm:cxn modelId="{31C41661-DA62-4829-9F9B-07CCE6F7AA78}" type="presOf" srcId="{304C04A8-E3BA-429F-9917-C0E7322FF83C}" destId="{EC4D7EB6-ACAD-41DA-9D2A-8902D5FD039F}" srcOrd="0" destOrd="0" presId="urn:microsoft.com/office/officeart/2018/5/layout/CenteredIconLabelDescriptionList"/>
    <dgm:cxn modelId="{46A86462-2D02-413F-BF6F-E8BBAEF9F262}" srcId="{499D3CDA-B658-4717-8096-2A01030821F7}" destId="{66AD18CB-0794-48E5-B9C5-15DF59FC7A26}" srcOrd="1" destOrd="0" parTransId="{6198B543-83F2-4660-A428-32378C753121}" sibTransId="{C5C20D40-CBFA-41C0-AE4F-CBB5572DCE41}"/>
    <dgm:cxn modelId="{E8FCEB46-F98C-4A32-9B4E-89796A45F77C}" srcId="{499D3CDA-B658-4717-8096-2A01030821F7}" destId="{193338D8-1B44-42B7-8DBB-3C4930821FAE}" srcOrd="0" destOrd="0" parTransId="{8594AF73-9A04-4D29-B23C-417FA3B07FA5}" sibTransId="{265DF096-8398-45FB-A52D-8E6CFD843B01}"/>
    <dgm:cxn modelId="{584ECE82-393D-4D88-82B4-9AFE1BFF2A11}" srcId="{5512F7B1-65C6-48D7-8067-92C3423B91E1}" destId="{89D3D749-CE3C-4498-9B6F-02BAAE092F6C}" srcOrd="1" destOrd="0" parTransId="{05771550-6491-4B78-9A5D-E019D3EDF4FD}" sibTransId="{169E8FF6-F953-46D0-8C52-CF37C3DD6A0D}"/>
    <dgm:cxn modelId="{69BBA191-032A-4C37-A971-B79FE7265B08}" srcId="{5512F7B1-65C6-48D7-8067-92C3423B91E1}" destId="{52648555-5223-4903-9E01-EEE1B423A04F}" srcOrd="0" destOrd="0" parTransId="{E10F5AB1-F69C-42FF-8471-CB8739A5113B}" sibTransId="{4B77CA65-A132-4CF7-8D58-DCBF58D678E7}"/>
    <dgm:cxn modelId="{CAE1049A-4AF1-4D80-9ABB-EAE662B9F0FA}" type="presOf" srcId="{5512F7B1-65C6-48D7-8067-92C3423B91E1}" destId="{CFBDF2E7-7DC0-4C99-93CC-1B2A8A07F708}" srcOrd="0" destOrd="0" presId="urn:microsoft.com/office/officeart/2018/5/layout/CenteredIconLabelDescriptionList"/>
    <dgm:cxn modelId="{4F660BA0-AEC7-49B0-A638-EA9619D83E5C}" srcId="{499D3CDA-B658-4717-8096-2A01030821F7}" destId="{5512F7B1-65C6-48D7-8067-92C3423B91E1}" srcOrd="2" destOrd="0" parTransId="{C46AF498-828E-4B80-8B85-5224C75BE014}" sibTransId="{4E924B8B-1A0D-4340-8BA5-5F4F06035A86}"/>
    <dgm:cxn modelId="{EE7198A8-AD50-4E0B-A448-B74D3A57DAC8}" type="presOf" srcId="{6756BF96-F5C0-4A87-93E0-9B9F56F494EE}" destId="{B532AB85-CF75-4DAD-BDF7-22595255FBA3}" srcOrd="0" destOrd="2" presId="urn:microsoft.com/office/officeart/2018/5/layout/CenteredIconLabelDescriptionList"/>
    <dgm:cxn modelId="{8FE11BAD-044B-4466-997A-39F4ED335CB7}" srcId="{499D3CDA-B658-4717-8096-2A01030821F7}" destId="{2D2B2715-95A7-4FE0-9351-287A2B0CE432}" srcOrd="3" destOrd="0" parTransId="{6DB861D5-E7D8-452E-A3F4-0661C338E7A4}" sibTransId="{2E8137D4-88B2-4F14-B1CE-6426D1305E4F}"/>
    <dgm:cxn modelId="{8A1905B0-65F6-41D8-B92E-DA5B0583CF4E}" type="presOf" srcId="{A7322935-F292-4F2C-90ED-1675DBC35EA2}" destId="{FEF567E7-7A7D-43F0-8C85-538C2D4E257C}" srcOrd="0" destOrd="1" presId="urn:microsoft.com/office/officeart/2018/5/layout/CenteredIconLabelDescriptionList"/>
    <dgm:cxn modelId="{249B02B7-238E-42FF-98BC-E4A339A65B96}" type="presOf" srcId="{52648555-5223-4903-9E01-EEE1B423A04F}" destId="{B532AB85-CF75-4DAD-BDF7-22595255FBA3}" srcOrd="0" destOrd="0" presId="urn:microsoft.com/office/officeart/2018/5/layout/CenteredIconLabelDescriptionList"/>
    <dgm:cxn modelId="{5D8883B7-57C4-44AD-B01C-1860ABD71C23}" type="presOf" srcId="{2D2B2715-95A7-4FE0-9351-287A2B0CE432}" destId="{399FA811-9A25-488F-BA19-ED7DB19166FE}" srcOrd="0" destOrd="0" presId="urn:microsoft.com/office/officeart/2018/5/layout/CenteredIconLabelDescriptionList"/>
    <dgm:cxn modelId="{655EABCF-D66E-454D-AFB7-067982203238}" type="presOf" srcId="{C6350DD8-5058-4771-BF07-523E7828FFD8}" destId="{FEF567E7-7A7D-43F0-8C85-538C2D4E257C}" srcOrd="0" destOrd="0" presId="urn:microsoft.com/office/officeart/2018/5/layout/CenteredIconLabelDescriptionList"/>
    <dgm:cxn modelId="{BC807EEF-2621-430E-BF0A-9272C9C4D8E1}" type="presOf" srcId="{193338D8-1B44-42B7-8DBB-3C4930821FAE}" destId="{B5C9E83A-86E6-4EAF-966A-C17701C6FBFA}" srcOrd="0" destOrd="0" presId="urn:microsoft.com/office/officeart/2018/5/layout/CenteredIconLabelDescriptionList"/>
    <dgm:cxn modelId="{5784F2F8-52C0-4F1A-BB08-A09BF6078610}" srcId="{66AD18CB-0794-48E5-B9C5-15DF59FC7A26}" destId="{304C04A8-E3BA-429F-9917-C0E7322FF83C}" srcOrd="0" destOrd="0" parTransId="{20ECDB2D-EA27-4734-BFB2-5DB38F38D4AC}" sibTransId="{D3E2312A-02AE-4F23-9D72-537BE415D9C9}"/>
    <dgm:cxn modelId="{65532BFE-81FD-43D4-93A1-816C72BA69C6}" srcId="{5512F7B1-65C6-48D7-8067-92C3423B91E1}" destId="{6756BF96-F5C0-4A87-93E0-9B9F56F494EE}" srcOrd="2" destOrd="0" parTransId="{18FAC14D-288D-4F25-B120-4A393160D7EF}" sibTransId="{B9A32A70-FD98-423C-8A92-9E490C763236}"/>
    <dgm:cxn modelId="{9FB5E47B-C2BB-4CFD-8209-8DBBAA38214E}" type="presParOf" srcId="{8EAE42D1-94D0-4FCB-842C-785F618E1499}" destId="{8D88C2FE-C704-42DF-A5A0-F97AC0FEC78C}" srcOrd="0" destOrd="0" presId="urn:microsoft.com/office/officeart/2018/5/layout/CenteredIconLabelDescriptionList"/>
    <dgm:cxn modelId="{1B83A96A-C0A7-484B-8C39-D369EBCA6167}" type="presParOf" srcId="{8D88C2FE-C704-42DF-A5A0-F97AC0FEC78C}" destId="{4D592EDE-0473-4DEF-A612-D31396FC64D6}" srcOrd="0" destOrd="0" presId="urn:microsoft.com/office/officeart/2018/5/layout/CenteredIconLabelDescriptionList"/>
    <dgm:cxn modelId="{BCBA293D-5DB6-44A2-82F1-406996E38C45}" type="presParOf" srcId="{8D88C2FE-C704-42DF-A5A0-F97AC0FEC78C}" destId="{F0B01464-7E66-45C5-A912-E41E56CE6CD8}" srcOrd="1" destOrd="0" presId="urn:microsoft.com/office/officeart/2018/5/layout/CenteredIconLabelDescriptionList"/>
    <dgm:cxn modelId="{65925718-D33E-4FA8-807F-2FB469F259EE}" type="presParOf" srcId="{8D88C2FE-C704-42DF-A5A0-F97AC0FEC78C}" destId="{B5C9E83A-86E6-4EAF-966A-C17701C6FBFA}" srcOrd="2" destOrd="0" presId="urn:microsoft.com/office/officeart/2018/5/layout/CenteredIconLabelDescriptionList"/>
    <dgm:cxn modelId="{1D9DF2CF-1B9D-4A8B-B610-87DEB9B85C83}" type="presParOf" srcId="{8D88C2FE-C704-42DF-A5A0-F97AC0FEC78C}" destId="{5C8B19EC-5ABE-4420-8178-B947853F7588}" srcOrd="3" destOrd="0" presId="urn:microsoft.com/office/officeart/2018/5/layout/CenteredIconLabelDescriptionList"/>
    <dgm:cxn modelId="{F91A42B8-4C5F-4972-91F6-64978BD205CB}" type="presParOf" srcId="{8D88C2FE-C704-42DF-A5A0-F97AC0FEC78C}" destId="{FEF567E7-7A7D-43F0-8C85-538C2D4E257C}" srcOrd="4" destOrd="0" presId="urn:microsoft.com/office/officeart/2018/5/layout/CenteredIconLabelDescriptionList"/>
    <dgm:cxn modelId="{920FD872-1801-463F-AE8D-FF66753516D3}" type="presParOf" srcId="{8EAE42D1-94D0-4FCB-842C-785F618E1499}" destId="{9F26F9BF-C2BB-40EC-AEDB-3D3CC1D9228F}" srcOrd="1" destOrd="0" presId="urn:microsoft.com/office/officeart/2018/5/layout/CenteredIconLabelDescriptionList"/>
    <dgm:cxn modelId="{9BEA936A-10B7-4572-AB8D-B256EC54456E}" type="presParOf" srcId="{8EAE42D1-94D0-4FCB-842C-785F618E1499}" destId="{8B3F178C-F106-41EC-A734-7564DD2975FC}" srcOrd="2" destOrd="0" presId="urn:microsoft.com/office/officeart/2018/5/layout/CenteredIconLabelDescriptionList"/>
    <dgm:cxn modelId="{2E77AF54-1E13-43DD-858C-964907DA439E}" type="presParOf" srcId="{8B3F178C-F106-41EC-A734-7564DD2975FC}" destId="{6A8BC65D-5FAB-4FBC-ADA8-EEFCD4F71B46}" srcOrd="0" destOrd="0" presId="urn:microsoft.com/office/officeart/2018/5/layout/CenteredIconLabelDescriptionList"/>
    <dgm:cxn modelId="{FC019A24-EC53-4051-97ED-8EFF5D73E991}" type="presParOf" srcId="{8B3F178C-F106-41EC-A734-7564DD2975FC}" destId="{3B317A1A-2E2C-41BE-BCA5-0D830A8F2116}" srcOrd="1" destOrd="0" presId="urn:microsoft.com/office/officeart/2018/5/layout/CenteredIconLabelDescriptionList"/>
    <dgm:cxn modelId="{222147E1-F943-4614-8827-0BC9AF288F91}" type="presParOf" srcId="{8B3F178C-F106-41EC-A734-7564DD2975FC}" destId="{EECE5D06-D02E-43AA-AFFF-05CBD7E93B82}" srcOrd="2" destOrd="0" presId="urn:microsoft.com/office/officeart/2018/5/layout/CenteredIconLabelDescriptionList"/>
    <dgm:cxn modelId="{A86A631B-8313-407F-9212-9DB71E4A4279}" type="presParOf" srcId="{8B3F178C-F106-41EC-A734-7564DD2975FC}" destId="{5D3684A0-D5F1-4292-A0D1-651625B3022B}" srcOrd="3" destOrd="0" presId="urn:microsoft.com/office/officeart/2018/5/layout/CenteredIconLabelDescriptionList"/>
    <dgm:cxn modelId="{9BA0F494-E59A-4932-B992-04F993C52471}" type="presParOf" srcId="{8B3F178C-F106-41EC-A734-7564DD2975FC}" destId="{EC4D7EB6-ACAD-41DA-9D2A-8902D5FD039F}" srcOrd="4" destOrd="0" presId="urn:microsoft.com/office/officeart/2018/5/layout/CenteredIconLabelDescriptionList"/>
    <dgm:cxn modelId="{C0F6FF6C-3345-4739-BC2C-3B55FBDFA65E}" type="presParOf" srcId="{8EAE42D1-94D0-4FCB-842C-785F618E1499}" destId="{4A3B502E-84CB-4B2C-9181-43FC5EE29E30}" srcOrd="3" destOrd="0" presId="urn:microsoft.com/office/officeart/2018/5/layout/CenteredIconLabelDescriptionList"/>
    <dgm:cxn modelId="{EFE38109-5A0B-4A37-9778-091D522334F8}" type="presParOf" srcId="{8EAE42D1-94D0-4FCB-842C-785F618E1499}" destId="{DEF89AB8-E39E-4A2F-9EF8-0869756983AE}" srcOrd="4" destOrd="0" presId="urn:microsoft.com/office/officeart/2018/5/layout/CenteredIconLabelDescriptionList"/>
    <dgm:cxn modelId="{95CD09AE-DC36-42D4-80AE-75738230ECD4}" type="presParOf" srcId="{DEF89AB8-E39E-4A2F-9EF8-0869756983AE}" destId="{1986B473-6315-487A-AABE-5EDD9D402D06}" srcOrd="0" destOrd="0" presId="urn:microsoft.com/office/officeart/2018/5/layout/CenteredIconLabelDescriptionList"/>
    <dgm:cxn modelId="{5A7B1E57-41BC-4E19-ABB2-608D2F01278F}" type="presParOf" srcId="{DEF89AB8-E39E-4A2F-9EF8-0869756983AE}" destId="{F09D93D0-CA70-4CE4-B3EC-A32B3A4AE400}" srcOrd="1" destOrd="0" presId="urn:microsoft.com/office/officeart/2018/5/layout/CenteredIconLabelDescriptionList"/>
    <dgm:cxn modelId="{48DEA13A-981A-4593-9F80-59577380CB17}" type="presParOf" srcId="{DEF89AB8-E39E-4A2F-9EF8-0869756983AE}" destId="{CFBDF2E7-7DC0-4C99-93CC-1B2A8A07F708}" srcOrd="2" destOrd="0" presId="urn:microsoft.com/office/officeart/2018/5/layout/CenteredIconLabelDescriptionList"/>
    <dgm:cxn modelId="{FE406488-5F7D-45E5-BB58-82ED3261944E}" type="presParOf" srcId="{DEF89AB8-E39E-4A2F-9EF8-0869756983AE}" destId="{E9EC1D15-FAC7-46D4-B3D8-7C62314ECD7A}" srcOrd="3" destOrd="0" presId="urn:microsoft.com/office/officeart/2018/5/layout/CenteredIconLabelDescriptionList"/>
    <dgm:cxn modelId="{72716D67-290A-4BE4-9004-0A1CE4646564}" type="presParOf" srcId="{DEF89AB8-E39E-4A2F-9EF8-0869756983AE}" destId="{B532AB85-CF75-4DAD-BDF7-22595255FBA3}" srcOrd="4" destOrd="0" presId="urn:microsoft.com/office/officeart/2018/5/layout/CenteredIconLabelDescriptionList"/>
    <dgm:cxn modelId="{AA917615-80BC-486A-90D8-538C9C979E81}" type="presParOf" srcId="{8EAE42D1-94D0-4FCB-842C-785F618E1499}" destId="{E6E8021C-7291-43C7-B46B-B0D2AC3BC322}" srcOrd="5" destOrd="0" presId="urn:microsoft.com/office/officeart/2018/5/layout/CenteredIconLabelDescriptionList"/>
    <dgm:cxn modelId="{5AA1704C-D3D5-4509-884B-58FC947715C8}" type="presParOf" srcId="{8EAE42D1-94D0-4FCB-842C-785F618E1499}" destId="{892F4257-B291-4A5C-A411-0FC9C0F773F0}" srcOrd="6" destOrd="0" presId="urn:microsoft.com/office/officeart/2018/5/layout/CenteredIconLabelDescriptionList"/>
    <dgm:cxn modelId="{8C87FC70-3588-4BE4-8845-B4D3303F853A}" type="presParOf" srcId="{892F4257-B291-4A5C-A411-0FC9C0F773F0}" destId="{439B57AA-FA4B-40A5-B01D-823FF003AE79}" srcOrd="0" destOrd="0" presId="urn:microsoft.com/office/officeart/2018/5/layout/CenteredIconLabelDescriptionList"/>
    <dgm:cxn modelId="{D3899858-92FA-47A1-A6FB-B607EB68137D}" type="presParOf" srcId="{892F4257-B291-4A5C-A411-0FC9C0F773F0}" destId="{F752DD29-798D-479A-BA24-4C6BBCB2613F}" srcOrd="1" destOrd="0" presId="urn:microsoft.com/office/officeart/2018/5/layout/CenteredIconLabelDescriptionList"/>
    <dgm:cxn modelId="{409783EF-59D0-4FB1-B110-6512002353F8}" type="presParOf" srcId="{892F4257-B291-4A5C-A411-0FC9C0F773F0}" destId="{399FA811-9A25-488F-BA19-ED7DB19166FE}" srcOrd="2" destOrd="0" presId="urn:microsoft.com/office/officeart/2018/5/layout/CenteredIconLabelDescriptionList"/>
    <dgm:cxn modelId="{BC4C45ED-3042-4AB8-A827-AFCD7848E798}" type="presParOf" srcId="{892F4257-B291-4A5C-A411-0FC9C0F773F0}" destId="{A65FDA5C-4A0B-4C53-BA8D-F1BB6A6F0A70}" srcOrd="3" destOrd="0" presId="urn:microsoft.com/office/officeart/2018/5/layout/CenteredIconLabelDescriptionList"/>
    <dgm:cxn modelId="{B9392EF9-5E48-4880-83BB-7AA39AE846C8}" type="presParOf" srcId="{892F4257-B291-4A5C-A411-0FC9C0F773F0}" destId="{55B1D1AB-DA2C-405B-937B-22ED58B33D2F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7B8B3B9-908B-4DD6-BA95-D17C56B226A6}" type="doc">
      <dgm:prSet loTypeId="urn:microsoft.com/office/officeart/2005/8/layout/vProcess5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AB11667-EAB2-4C55-A43B-D8ECB1E33DC1}">
      <dgm:prSet/>
      <dgm:spPr/>
      <dgm:t>
        <a:bodyPr/>
        <a:lstStyle/>
        <a:p>
          <a:r>
            <a:rPr lang="en-US"/>
            <a:t>Toolkit Controls &amp; Extensions</a:t>
          </a:r>
        </a:p>
      </dgm:t>
    </dgm:pt>
    <dgm:pt modelId="{9D61C654-2FF8-41AA-82AE-ABEC26FB155D}" type="parTrans" cxnId="{62DCD9F8-A433-4520-AA4D-F34550E58FE4}">
      <dgm:prSet/>
      <dgm:spPr/>
      <dgm:t>
        <a:bodyPr/>
        <a:lstStyle/>
        <a:p>
          <a:endParaRPr lang="en-US"/>
        </a:p>
      </dgm:t>
    </dgm:pt>
    <dgm:pt modelId="{C8B23369-9755-41D0-B0AD-2B7CA0661DE0}" type="sibTrans" cxnId="{62DCD9F8-A433-4520-AA4D-F34550E58FE4}">
      <dgm:prSet/>
      <dgm:spPr/>
      <dgm:t>
        <a:bodyPr/>
        <a:lstStyle/>
        <a:p>
          <a:endParaRPr lang="en-US"/>
        </a:p>
      </dgm:t>
    </dgm:pt>
    <dgm:pt modelId="{CFFDC0BB-D5AB-4118-877E-28F2F3189413}">
      <dgm:prSet/>
      <dgm:spPr/>
      <dgm:t>
        <a:bodyPr/>
        <a:lstStyle/>
        <a:p>
          <a:r>
            <a:rPr lang="en-US" baseline="0"/>
            <a:t>Controls and extensions enhance development environments by adding useful features &amp; functionalities.</a:t>
          </a:r>
          <a:endParaRPr lang="en-US"/>
        </a:p>
      </dgm:t>
    </dgm:pt>
    <dgm:pt modelId="{5B3F4A07-7511-443C-95F4-8D4E5714AF70}" type="parTrans" cxnId="{563D8E8D-B562-4277-9975-7E868583D084}">
      <dgm:prSet/>
      <dgm:spPr/>
      <dgm:t>
        <a:bodyPr/>
        <a:lstStyle/>
        <a:p>
          <a:endParaRPr lang="en-US"/>
        </a:p>
      </dgm:t>
    </dgm:pt>
    <dgm:pt modelId="{8E3811F4-798A-4B24-A6CA-5B0EBFB25AED}" type="sibTrans" cxnId="{563D8E8D-B562-4277-9975-7E868583D084}">
      <dgm:prSet/>
      <dgm:spPr/>
      <dgm:t>
        <a:bodyPr/>
        <a:lstStyle/>
        <a:p>
          <a:endParaRPr lang="en-US"/>
        </a:p>
      </dgm:t>
    </dgm:pt>
    <dgm:pt modelId="{5EE378C6-4FA7-43B9-AE73-7E843F0933A7}">
      <dgm:prSet/>
      <dgm:spPr/>
      <dgm:t>
        <a:bodyPr/>
        <a:lstStyle/>
        <a:p>
          <a:r>
            <a:rPr lang="en-US"/>
            <a:t>Boost Productivity</a:t>
          </a:r>
        </a:p>
      </dgm:t>
    </dgm:pt>
    <dgm:pt modelId="{F985E4B3-3206-47FF-8A8F-989EEBD26890}" type="parTrans" cxnId="{1A51FE14-66F9-4EC5-899D-8D1B1DECA6F5}">
      <dgm:prSet/>
      <dgm:spPr/>
      <dgm:t>
        <a:bodyPr/>
        <a:lstStyle/>
        <a:p>
          <a:endParaRPr lang="en-US"/>
        </a:p>
      </dgm:t>
    </dgm:pt>
    <dgm:pt modelId="{1FF60A8A-704F-4497-89BB-7030976EE7F2}" type="sibTrans" cxnId="{1A51FE14-66F9-4EC5-899D-8D1B1DECA6F5}">
      <dgm:prSet/>
      <dgm:spPr/>
      <dgm:t>
        <a:bodyPr/>
        <a:lstStyle/>
        <a:p>
          <a:endParaRPr lang="en-US"/>
        </a:p>
      </dgm:t>
    </dgm:pt>
    <dgm:pt modelId="{93A91CFC-2B35-4A9E-8F5C-7F799D599F38}">
      <dgm:prSet/>
      <dgm:spPr/>
      <dgm:t>
        <a:bodyPr/>
        <a:lstStyle/>
        <a:p>
          <a:r>
            <a:rPr lang="en-US" baseline="0"/>
            <a:t>Integrating the .NET MAUI Toolkit streamlines workflows &amp; accelerates coding efficiency.</a:t>
          </a:r>
          <a:endParaRPr lang="en-US"/>
        </a:p>
      </dgm:t>
    </dgm:pt>
    <dgm:pt modelId="{7EB74811-D000-4387-8866-D9A9356A3A11}" type="parTrans" cxnId="{4D6C8BB4-A531-4FA1-B62F-8925BB56E28A}">
      <dgm:prSet/>
      <dgm:spPr/>
      <dgm:t>
        <a:bodyPr/>
        <a:lstStyle/>
        <a:p>
          <a:endParaRPr lang="en-US"/>
        </a:p>
      </dgm:t>
    </dgm:pt>
    <dgm:pt modelId="{120C6450-E2F8-4CB3-82EC-81B390C106EB}" type="sibTrans" cxnId="{4D6C8BB4-A531-4FA1-B62F-8925BB56E28A}">
      <dgm:prSet/>
      <dgm:spPr/>
      <dgm:t>
        <a:bodyPr/>
        <a:lstStyle/>
        <a:p>
          <a:endParaRPr lang="en-US"/>
        </a:p>
      </dgm:t>
    </dgm:pt>
    <dgm:pt modelId="{CEB5D9AC-639B-4E1E-8B28-0F4E5D370058}">
      <dgm:prSet/>
      <dgm:spPr/>
      <dgm:t>
        <a:bodyPr/>
        <a:lstStyle/>
        <a:p>
          <a:r>
            <a:rPr lang="en-US"/>
            <a:t>Demo – Using the Community Toolkit in your apps</a:t>
          </a:r>
        </a:p>
      </dgm:t>
    </dgm:pt>
    <dgm:pt modelId="{DEFD015D-B429-4AD9-A36D-3190E121DDDB}" type="parTrans" cxnId="{8DA6F447-3A97-4251-862E-9492AE1884CB}">
      <dgm:prSet/>
      <dgm:spPr/>
      <dgm:t>
        <a:bodyPr/>
        <a:lstStyle/>
        <a:p>
          <a:endParaRPr lang="en-US"/>
        </a:p>
      </dgm:t>
    </dgm:pt>
    <dgm:pt modelId="{C339475E-C450-45E3-AB65-6295AF902390}" type="sibTrans" cxnId="{8DA6F447-3A97-4251-862E-9492AE1884CB}">
      <dgm:prSet/>
      <dgm:spPr/>
      <dgm:t>
        <a:bodyPr/>
        <a:lstStyle/>
        <a:p>
          <a:endParaRPr lang="en-US"/>
        </a:p>
      </dgm:t>
    </dgm:pt>
    <dgm:pt modelId="{6C0CE17C-D8D3-4423-BAA0-954AF5FA0AD4}" type="pres">
      <dgm:prSet presAssocID="{F7B8B3B9-908B-4DD6-BA95-D17C56B226A6}" presName="outerComposite" presStyleCnt="0">
        <dgm:presLayoutVars>
          <dgm:chMax val="5"/>
          <dgm:dir/>
          <dgm:resizeHandles val="exact"/>
        </dgm:presLayoutVars>
      </dgm:prSet>
      <dgm:spPr/>
    </dgm:pt>
    <dgm:pt modelId="{B533DACC-4A62-4245-B48F-29ADF4249D38}" type="pres">
      <dgm:prSet presAssocID="{F7B8B3B9-908B-4DD6-BA95-D17C56B226A6}" presName="dummyMaxCanvas" presStyleCnt="0">
        <dgm:presLayoutVars/>
      </dgm:prSet>
      <dgm:spPr/>
    </dgm:pt>
    <dgm:pt modelId="{7391C2E4-0851-4145-AEF0-A3D0865D5A21}" type="pres">
      <dgm:prSet presAssocID="{F7B8B3B9-908B-4DD6-BA95-D17C56B226A6}" presName="ThreeNodes_1" presStyleLbl="node1" presStyleIdx="0" presStyleCnt="3">
        <dgm:presLayoutVars>
          <dgm:bulletEnabled val="1"/>
        </dgm:presLayoutVars>
      </dgm:prSet>
      <dgm:spPr/>
    </dgm:pt>
    <dgm:pt modelId="{6075DCE4-B26D-4BE7-B10E-A6DACB045287}" type="pres">
      <dgm:prSet presAssocID="{F7B8B3B9-908B-4DD6-BA95-D17C56B226A6}" presName="ThreeNodes_2" presStyleLbl="node1" presStyleIdx="1" presStyleCnt="3">
        <dgm:presLayoutVars>
          <dgm:bulletEnabled val="1"/>
        </dgm:presLayoutVars>
      </dgm:prSet>
      <dgm:spPr/>
    </dgm:pt>
    <dgm:pt modelId="{8B243101-8A9D-48CD-BF9F-A8F187D710BF}" type="pres">
      <dgm:prSet presAssocID="{F7B8B3B9-908B-4DD6-BA95-D17C56B226A6}" presName="ThreeNodes_3" presStyleLbl="node1" presStyleIdx="2" presStyleCnt="3">
        <dgm:presLayoutVars>
          <dgm:bulletEnabled val="1"/>
        </dgm:presLayoutVars>
      </dgm:prSet>
      <dgm:spPr/>
    </dgm:pt>
    <dgm:pt modelId="{490040C1-53CF-4B6A-95EB-9E45E4E66FD6}" type="pres">
      <dgm:prSet presAssocID="{F7B8B3B9-908B-4DD6-BA95-D17C56B226A6}" presName="ThreeConn_1-2" presStyleLbl="fgAccFollowNode1" presStyleIdx="0" presStyleCnt="2">
        <dgm:presLayoutVars>
          <dgm:bulletEnabled val="1"/>
        </dgm:presLayoutVars>
      </dgm:prSet>
      <dgm:spPr/>
    </dgm:pt>
    <dgm:pt modelId="{DEA3366E-D65B-4F22-A480-2B91836097BE}" type="pres">
      <dgm:prSet presAssocID="{F7B8B3B9-908B-4DD6-BA95-D17C56B226A6}" presName="ThreeConn_2-3" presStyleLbl="fgAccFollowNode1" presStyleIdx="1" presStyleCnt="2">
        <dgm:presLayoutVars>
          <dgm:bulletEnabled val="1"/>
        </dgm:presLayoutVars>
      </dgm:prSet>
      <dgm:spPr/>
    </dgm:pt>
    <dgm:pt modelId="{958EF5ED-77F6-4291-A701-FE660B5BA725}" type="pres">
      <dgm:prSet presAssocID="{F7B8B3B9-908B-4DD6-BA95-D17C56B226A6}" presName="ThreeNodes_1_text" presStyleLbl="node1" presStyleIdx="2" presStyleCnt="3">
        <dgm:presLayoutVars>
          <dgm:bulletEnabled val="1"/>
        </dgm:presLayoutVars>
      </dgm:prSet>
      <dgm:spPr/>
    </dgm:pt>
    <dgm:pt modelId="{566B99C3-E5B9-4B90-934A-2B888835C4C0}" type="pres">
      <dgm:prSet presAssocID="{F7B8B3B9-908B-4DD6-BA95-D17C56B226A6}" presName="ThreeNodes_2_text" presStyleLbl="node1" presStyleIdx="2" presStyleCnt="3">
        <dgm:presLayoutVars>
          <dgm:bulletEnabled val="1"/>
        </dgm:presLayoutVars>
      </dgm:prSet>
      <dgm:spPr/>
    </dgm:pt>
    <dgm:pt modelId="{42CB6C37-C1C2-4579-BE9B-765A88A1E7F6}" type="pres">
      <dgm:prSet presAssocID="{F7B8B3B9-908B-4DD6-BA95-D17C56B226A6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A51FE14-66F9-4EC5-899D-8D1B1DECA6F5}" srcId="{F7B8B3B9-908B-4DD6-BA95-D17C56B226A6}" destId="{5EE378C6-4FA7-43B9-AE73-7E843F0933A7}" srcOrd="1" destOrd="0" parTransId="{F985E4B3-3206-47FF-8A8F-989EEBD26890}" sibTransId="{1FF60A8A-704F-4497-89BB-7030976EE7F2}"/>
    <dgm:cxn modelId="{FFCE7120-AC12-4A88-8864-C25317D8EF4B}" type="presOf" srcId="{CFFDC0BB-D5AB-4118-877E-28F2F3189413}" destId="{7391C2E4-0851-4145-AEF0-A3D0865D5A21}" srcOrd="0" destOrd="1" presId="urn:microsoft.com/office/officeart/2005/8/layout/vProcess5"/>
    <dgm:cxn modelId="{66948123-2AAD-474B-831D-0494C5512663}" type="presOf" srcId="{1FF60A8A-704F-4497-89BB-7030976EE7F2}" destId="{DEA3366E-D65B-4F22-A480-2B91836097BE}" srcOrd="0" destOrd="0" presId="urn:microsoft.com/office/officeart/2005/8/layout/vProcess5"/>
    <dgm:cxn modelId="{6076402E-5527-4079-B7A7-1629651E4311}" type="presOf" srcId="{CEB5D9AC-639B-4E1E-8B28-0F4E5D370058}" destId="{8B243101-8A9D-48CD-BF9F-A8F187D710BF}" srcOrd="0" destOrd="0" presId="urn:microsoft.com/office/officeart/2005/8/layout/vProcess5"/>
    <dgm:cxn modelId="{3B667164-85B2-427B-A62A-05D440C47D3A}" type="presOf" srcId="{93A91CFC-2B35-4A9E-8F5C-7F799D599F38}" destId="{566B99C3-E5B9-4B90-934A-2B888835C4C0}" srcOrd="1" destOrd="1" presId="urn:microsoft.com/office/officeart/2005/8/layout/vProcess5"/>
    <dgm:cxn modelId="{8DA6F447-3A97-4251-862E-9492AE1884CB}" srcId="{F7B8B3B9-908B-4DD6-BA95-D17C56B226A6}" destId="{CEB5D9AC-639B-4E1E-8B28-0F4E5D370058}" srcOrd="2" destOrd="0" parTransId="{DEFD015D-B429-4AD9-A36D-3190E121DDDB}" sibTransId="{C339475E-C450-45E3-AB65-6295AF902390}"/>
    <dgm:cxn modelId="{4687694B-ADF1-4079-BA2F-C369EA1DFFB0}" type="presOf" srcId="{F7B8B3B9-908B-4DD6-BA95-D17C56B226A6}" destId="{6C0CE17C-D8D3-4423-BAA0-954AF5FA0AD4}" srcOrd="0" destOrd="0" presId="urn:microsoft.com/office/officeart/2005/8/layout/vProcess5"/>
    <dgm:cxn modelId="{DD095873-23E3-4AEF-9AEF-C38EEFCDF8A4}" type="presOf" srcId="{5EE378C6-4FA7-43B9-AE73-7E843F0933A7}" destId="{566B99C3-E5B9-4B90-934A-2B888835C4C0}" srcOrd="1" destOrd="0" presId="urn:microsoft.com/office/officeart/2005/8/layout/vProcess5"/>
    <dgm:cxn modelId="{FDA04375-6598-42B0-A64E-2B781D8C381F}" type="presOf" srcId="{5EE378C6-4FA7-43B9-AE73-7E843F0933A7}" destId="{6075DCE4-B26D-4BE7-B10E-A6DACB045287}" srcOrd="0" destOrd="0" presId="urn:microsoft.com/office/officeart/2005/8/layout/vProcess5"/>
    <dgm:cxn modelId="{324BDD8C-D8D1-440F-B1CA-7F32B9747E17}" type="presOf" srcId="{CEB5D9AC-639B-4E1E-8B28-0F4E5D370058}" destId="{42CB6C37-C1C2-4579-BE9B-765A88A1E7F6}" srcOrd="1" destOrd="0" presId="urn:microsoft.com/office/officeart/2005/8/layout/vProcess5"/>
    <dgm:cxn modelId="{563D8E8D-B562-4277-9975-7E868583D084}" srcId="{9AB11667-EAB2-4C55-A43B-D8ECB1E33DC1}" destId="{CFFDC0BB-D5AB-4118-877E-28F2F3189413}" srcOrd="0" destOrd="0" parTransId="{5B3F4A07-7511-443C-95F4-8D4E5714AF70}" sibTransId="{8E3811F4-798A-4B24-A6CA-5B0EBFB25AED}"/>
    <dgm:cxn modelId="{4D6C8BB4-A531-4FA1-B62F-8925BB56E28A}" srcId="{5EE378C6-4FA7-43B9-AE73-7E843F0933A7}" destId="{93A91CFC-2B35-4A9E-8F5C-7F799D599F38}" srcOrd="0" destOrd="0" parTransId="{7EB74811-D000-4387-8866-D9A9356A3A11}" sibTransId="{120C6450-E2F8-4CB3-82EC-81B390C106EB}"/>
    <dgm:cxn modelId="{7D3DB5D3-E5CB-4F42-8B81-4FADC4692D05}" type="presOf" srcId="{CFFDC0BB-D5AB-4118-877E-28F2F3189413}" destId="{958EF5ED-77F6-4291-A701-FE660B5BA725}" srcOrd="1" destOrd="1" presId="urn:microsoft.com/office/officeart/2005/8/layout/vProcess5"/>
    <dgm:cxn modelId="{4C80F7D6-9605-4A92-AABC-1821B8C75A97}" type="presOf" srcId="{93A91CFC-2B35-4A9E-8F5C-7F799D599F38}" destId="{6075DCE4-B26D-4BE7-B10E-A6DACB045287}" srcOrd="0" destOrd="1" presId="urn:microsoft.com/office/officeart/2005/8/layout/vProcess5"/>
    <dgm:cxn modelId="{5115B8F4-5072-47FC-8CCA-E75CB29B9F24}" type="presOf" srcId="{9AB11667-EAB2-4C55-A43B-D8ECB1E33DC1}" destId="{7391C2E4-0851-4145-AEF0-A3D0865D5A21}" srcOrd="0" destOrd="0" presId="urn:microsoft.com/office/officeart/2005/8/layout/vProcess5"/>
    <dgm:cxn modelId="{62DCD9F8-A433-4520-AA4D-F34550E58FE4}" srcId="{F7B8B3B9-908B-4DD6-BA95-D17C56B226A6}" destId="{9AB11667-EAB2-4C55-A43B-D8ECB1E33DC1}" srcOrd="0" destOrd="0" parTransId="{9D61C654-2FF8-41AA-82AE-ABEC26FB155D}" sibTransId="{C8B23369-9755-41D0-B0AD-2B7CA0661DE0}"/>
    <dgm:cxn modelId="{91F7B8F9-9867-4641-AB07-B0C4C1776AEC}" type="presOf" srcId="{9AB11667-EAB2-4C55-A43B-D8ECB1E33DC1}" destId="{958EF5ED-77F6-4291-A701-FE660B5BA725}" srcOrd="1" destOrd="0" presId="urn:microsoft.com/office/officeart/2005/8/layout/vProcess5"/>
    <dgm:cxn modelId="{117F06FC-68D3-47E9-BA2B-7DA32980D343}" type="presOf" srcId="{C8B23369-9755-41D0-B0AD-2B7CA0661DE0}" destId="{490040C1-53CF-4B6A-95EB-9E45E4E66FD6}" srcOrd="0" destOrd="0" presId="urn:microsoft.com/office/officeart/2005/8/layout/vProcess5"/>
    <dgm:cxn modelId="{41FF31CF-CA69-45CE-8CEB-2B429D926C9C}" type="presParOf" srcId="{6C0CE17C-D8D3-4423-BAA0-954AF5FA0AD4}" destId="{B533DACC-4A62-4245-B48F-29ADF4249D38}" srcOrd="0" destOrd="0" presId="urn:microsoft.com/office/officeart/2005/8/layout/vProcess5"/>
    <dgm:cxn modelId="{1716CAA0-DA6B-4E8A-AF22-053158754436}" type="presParOf" srcId="{6C0CE17C-D8D3-4423-BAA0-954AF5FA0AD4}" destId="{7391C2E4-0851-4145-AEF0-A3D0865D5A21}" srcOrd="1" destOrd="0" presId="urn:microsoft.com/office/officeart/2005/8/layout/vProcess5"/>
    <dgm:cxn modelId="{2C05D844-780B-4344-8082-EDC585FC54D4}" type="presParOf" srcId="{6C0CE17C-D8D3-4423-BAA0-954AF5FA0AD4}" destId="{6075DCE4-B26D-4BE7-B10E-A6DACB045287}" srcOrd="2" destOrd="0" presId="urn:microsoft.com/office/officeart/2005/8/layout/vProcess5"/>
    <dgm:cxn modelId="{EF138C3E-0436-4677-AC43-2EE9A3038897}" type="presParOf" srcId="{6C0CE17C-D8D3-4423-BAA0-954AF5FA0AD4}" destId="{8B243101-8A9D-48CD-BF9F-A8F187D710BF}" srcOrd="3" destOrd="0" presId="urn:microsoft.com/office/officeart/2005/8/layout/vProcess5"/>
    <dgm:cxn modelId="{C4D8F285-2AD4-4286-88DF-5F1C2BB9236A}" type="presParOf" srcId="{6C0CE17C-D8D3-4423-BAA0-954AF5FA0AD4}" destId="{490040C1-53CF-4B6A-95EB-9E45E4E66FD6}" srcOrd="4" destOrd="0" presId="urn:microsoft.com/office/officeart/2005/8/layout/vProcess5"/>
    <dgm:cxn modelId="{DE4BE257-9035-449A-A538-5D69B4EC5321}" type="presParOf" srcId="{6C0CE17C-D8D3-4423-BAA0-954AF5FA0AD4}" destId="{DEA3366E-D65B-4F22-A480-2B91836097BE}" srcOrd="5" destOrd="0" presId="urn:microsoft.com/office/officeart/2005/8/layout/vProcess5"/>
    <dgm:cxn modelId="{5BE68400-5FE8-4599-85F4-EA85B55C4C61}" type="presParOf" srcId="{6C0CE17C-D8D3-4423-BAA0-954AF5FA0AD4}" destId="{958EF5ED-77F6-4291-A701-FE660B5BA725}" srcOrd="6" destOrd="0" presId="urn:microsoft.com/office/officeart/2005/8/layout/vProcess5"/>
    <dgm:cxn modelId="{9315DC15-0010-4AB8-810F-B3C2A697A9E0}" type="presParOf" srcId="{6C0CE17C-D8D3-4423-BAA0-954AF5FA0AD4}" destId="{566B99C3-E5B9-4B90-934A-2B888835C4C0}" srcOrd="7" destOrd="0" presId="urn:microsoft.com/office/officeart/2005/8/layout/vProcess5"/>
    <dgm:cxn modelId="{E203029D-8253-42BF-9546-9DFE754EDE74}" type="presParOf" srcId="{6C0CE17C-D8D3-4423-BAA0-954AF5FA0AD4}" destId="{42CB6C37-C1C2-4579-BE9B-765A88A1E7F6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DBA0457-8377-4D94-ACD5-5DA9FDB27F96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0CEB3172-CF60-474F-BB69-602FCE959945}">
      <dgm:prSet/>
      <dgm:spPr/>
      <dgm:t>
        <a:bodyPr/>
        <a:lstStyle/>
        <a:p>
          <a:pPr>
            <a:defRPr b="1"/>
          </a:pPr>
          <a:r>
            <a:rPr lang="en-US"/>
            <a:t>Minimizing Repetitive Code</a:t>
          </a:r>
        </a:p>
      </dgm:t>
    </dgm:pt>
    <dgm:pt modelId="{D6D12623-53D9-422B-AA66-7C5DBAB32013}" type="parTrans" cxnId="{2253B12F-6FCD-4B69-850B-56BD184C0C8F}">
      <dgm:prSet/>
      <dgm:spPr/>
      <dgm:t>
        <a:bodyPr/>
        <a:lstStyle/>
        <a:p>
          <a:endParaRPr lang="en-US"/>
        </a:p>
      </dgm:t>
    </dgm:pt>
    <dgm:pt modelId="{BFD5F3CA-F409-4F0A-9B62-2D4E4F4B4A65}" type="sibTrans" cxnId="{2253B12F-6FCD-4B69-850B-56BD184C0C8F}">
      <dgm:prSet/>
      <dgm:spPr/>
      <dgm:t>
        <a:bodyPr/>
        <a:lstStyle/>
        <a:p>
          <a:endParaRPr lang="en-US"/>
        </a:p>
      </dgm:t>
    </dgm:pt>
    <dgm:pt modelId="{281DB158-B1DE-4580-A7EF-1747321C49FD}">
      <dgm:prSet/>
      <dgm:spPr/>
      <dgm:t>
        <a:bodyPr/>
        <a:lstStyle/>
        <a:p>
          <a:r>
            <a:rPr lang="en-US" baseline="0"/>
            <a:t>Base classes designed to reduce repetitive coding tasks efficiently.</a:t>
          </a:r>
          <a:endParaRPr lang="en-US"/>
        </a:p>
      </dgm:t>
    </dgm:pt>
    <dgm:pt modelId="{54246B8F-8F42-4E6C-A6EF-D36B4B53ED00}" type="parTrans" cxnId="{EB942EBF-3FEC-4DC2-8071-63EC51CB7609}">
      <dgm:prSet/>
      <dgm:spPr/>
      <dgm:t>
        <a:bodyPr/>
        <a:lstStyle/>
        <a:p>
          <a:endParaRPr lang="en-US"/>
        </a:p>
      </dgm:t>
    </dgm:pt>
    <dgm:pt modelId="{A5F7E11D-D9BF-44E1-B108-36B439D3392D}" type="sibTrans" cxnId="{EB942EBF-3FEC-4DC2-8071-63EC51CB7609}">
      <dgm:prSet/>
      <dgm:spPr/>
      <dgm:t>
        <a:bodyPr/>
        <a:lstStyle/>
        <a:p>
          <a:endParaRPr lang="en-US"/>
        </a:p>
      </dgm:t>
    </dgm:pt>
    <dgm:pt modelId="{91A89402-F04A-4650-AC4F-1B76D66E2AC5}">
      <dgm:prSet/>
      <dgm:spPr/>
      <dgm:t>
        <a:bodyPr/>
        <a:lstStyle/>
        <a:p>
          <a:pPr>
            <a:defRPr b="1"/>
          </a:pPr>
          <a:r>
            <a:rPr lang="en-US"/>
            <a:t>Streamlining Development</a:t>
          </a:r>
        </a:p>
      </dgm:t>
    </dgm:pt>
    <dgm:pt modelId="{44F7D5BC-B8F3-40E5-B89B-93E31F9C5B14}" type="parTrans" cxnId="{86A3EC98-1B17-498A-8629-58F1CCB8C1AA}">
      <dgm:prSet/>
      <dgm:spPr/>
      <dgm:t>
        <a:bodyPr/>
        <a:lstStyle/>
        <a:p>
          <a:endParaRPr lang="en-US"/>
        </a:p>
      </dgm:t>
    </dgm:pt>
    <dgm:pt modelId="{19DFD98F-B372-41DA-84DA-73F560820958}" type="sibTrans" cxnId="{86A3EC98-1B17-498A-8629-58F1CCB8C1AA}">
      <dgm:prSet/>
      <dgm:spPr/>
      <dgm:t>
        <a:bodyPr/>
        <a:lstStyle/>
        <a:p>
          <a:endParaRPr lang="en-US"/>
        </a:p>
      </dgm:t>
    </dgm:pt>
    <dgm:pt modelId="{4C18EFC1-FE23-43C1-962D-7573395CE5AD}">
      <dgm:prSet/>
      <dgm:spPr/>
      <dgm:t>
        <a:bodyPr/>
        <a:lstStyle/>
        <a:p>
          <a:r>
            <a:rPr lang="en-US" baseline="0"/>
            <a:t>Helpers in the toolkit streamline the development process, enhancing productivity &amp; maintainability.</a:t>
          </a:r>
          <a:endParaRPr lang="en-US"/>
        </a:p>
      </dgm:t>
    </dgm:pt>
    <dgm:pt modelId="{A034B649-D38C-4381-96D4-12E92A653609}" type="parTrans" cxnId="{37FEE468-A937-4AE9-B386-7838BECFAB92}">
      <dgm:prSet/>
      <dgm:spPr/>
      <dgm:t>
        <a:bodyPr/>
        <a:lstStyle/>
        <a:p>
          <a:endParaRPr lang="en-US"/>
        </a:p>
      </dgm:t>
    </dgm:pt>
    <dgm:pt modelId="{EE2D0E6E-68D0-4B6C-AEF9-B383B36A1A12}" type="sibTrans" cxnId="{37FEE468-A937-4AE9-B386-7838BECFAB92}">
      <dgm:prSet/>
      <dgm:spPr/>
      <dgm:t>
        <a:bodyPr/>
        <a:lstStyle/>
        <a:p>
          <a:endParaRPr lang="en-US"/>
        </a:p>
      </dgm:t>
    </dgm:pt>
    <dgm:pt modelId="{239192B0-0D19-4044-A417-20C246937883}" type="pres">
      <dgm:prSet presAssocID="{1DBA0457-8377-4D94-ACD5-5DA9FDB27F96}" presName="root" presStyleCnt="0">
        <dgm:presLayoutVars>
          <dgm:dir/>
          <dgm:resizeHandles val="exact"/>
        </dgm:presLayoutVars>
      </dgm:prSet>
      <dgm:spPr/>
    </dgm:pt>
    <dgm:pt modelId="{3854B5A5-ED79-4FFA-8707-4344BB319838}" type="pres">
      <dgm:prSet presAssocID="{0CEB3172-CF60-474F-BB69-602FCE959945}" presName="compNode" presStyleCnt="0"/>
      <dgm:spPr/>
    </dgm:pt>
    <dgm:pt modelId="{8E02CD6A-F820-4A88-8107-7175BC03F654}" type="pres">
      <dgm:prSet presAssocID="{0CEB3172-CF60-474F-BB69-602FCE95994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7572D45-F7E6-4841-96B3-BC289205BF02}" type="pres">
      <dgm:prSet presAssocID="{0CEB3172-CF60-474F-BB69-602FCE959945}" presName="iconSpace" presStyleCnt="0"/>
      <dgm:spPr/>
    </dgm:pt>
    <dgm:pt modelId="{EBB87874-5C8C-4024-A27D-990F80856C37}" type="pres">
      <dgm:prSet presAssocID="{0CEB3172-CF60-474F-BB69-602FCE959945}" presName="parTx" presStyleLbl="revTx" presStyleIdx="0" presStyleCnt="4">
        <dgm:presLayoutVars>
          <dgm:chMax val="0"/>
          <dgm:chPref val="0"/>
        </dgm:presLayoutVars>
      </dgm:prSet>
      <dgm:spPr/>
    </dgm:pt>
    <dgm:pt modelId="{5C2252A7-B8B7-4461-BC45-70C761E6FE2A}" type="pres">
      <dgm:prSet presAssocID="{0CEB3172-CF60-474F-BB69-602FCE959945}" presName="txSpace" presStyleCnt="0"/>
      <dgm:spPr/>
    </dgm:pt>
    <dgm:pt modelId="{BAEB7192-0D78-40F8-98B7-166A8F7E202E}" type="pres">
      <dgm:prSet presAssocID="{0CEB3172-CF60-474F-BB69-602FCE959945}" presName="desTx" presStyleLbl="revTx" presStyleIdx="1" presStyleCnt="4">
        <dgm:presLayoutVars/>
      </dgm:prSet>
      <dgm:spPr/>
    </dgm:pt>
    <dgm:pt modelId="{775DEF03-5817-4836-95DD-E6F3BDF82470}" type="pres">
      <dgm:prSet presAssocID="{BFD5F3CA-F409-4F0A-9B62-2D4E4F4B4A65}" presName="sibTrans" presStyleCnt="0"/>
      <dgm:spPr/>
    </dgm:pt>
    <dgm:pt modelId="{E79FD961-D825-4893-BEBE-2E9BC9411C19}" type="pres">
      <dgm:prSet presAssocID="{91A89402-F04A-4650-AC4F-1B76D66E2AC5}" presName="compNode" presStyleCnt="0"/>
      <dgm:spPr/>
    </dgm:pt>
    <dgm:pt modelId="{3497C6A7-1402-4728-8889-8ED1B5D6B5EB}" type="pres">
      <dgm:prSet presAssocID="{91A89402-F04A-4650-AC4F-1B76D66E2AC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5EF0A8D9-D904-47DE-854E-5B5F92886032}" type="pres">
      <dgm:prSet presAssocID="{91A89402-F04A-4650-AC4F-1B76D66E2AC5}" presName="iconSpace" presStyleCnt="0"/>
      <dgm:spPr/>
    </dgm:pt>
    <dgm:pt modelId="{44AE7D19-349C-4486-ABB7-99BFE8C56D2B}" type="pres">
      <dgm:prSet presAssocID="{91A89402-F04A-4650-AC4F-1B76D66E2AC5}" presName="parTx" presStyleLbl="revTx" presStyleIdx="2" presStyleCnt="4">
        <dgm:presLayoutVars>
          <dgm:chMax val="0"/>
          <dgm:chPref val="0"/>
        </dgm:presLayoutVars>
      </dgm:prSet>
      <dgm:spPr/>
    </dgm:pt>
    <dgm:pt modelId="{0BE7EE0D-38DE-4F18-BEF7-0D8DF0EB66BC}" type="pres">
      <dgm:prSet presAssocID="{91A89402-F04A-4650-AC4F-1B76D66E2AC5}" presName="txSpace" presStyleCnt="0"/>
      <dgm:spPr/>
    </dgm:pt>
    <dgm:pt modelId="{5FC63415-A873-4BF5-8207-0CD12E4A3D42}" type="pres">
      <dgm:prSet presAssocID="{91A89402-F04A-4650-AC4F-1B76D66E2AC5}" presName="desTx" presStyleLbl="revTx" presStyleIdx="3" presStyleCnt="4">
        <dgm:presLayoutVars/>
      </dgm:prSet>
      <dgm:spPr/>
    </dgm:pt>
  </dgm:ptLst>
  <dgm:cxnLst>
    <dgm:cxn modelId="{2253B12F-6FCD-4B69-850B-56BD184C0C8F}" srcId="{1DBA0457-8377-4D94-ACD5-5DA9FDB27F96}" destId="{0CEB3172-CF60-474F-BB69-602FCE959945}" srcOrd="0" destOrd="0" parTransId="{D6D12623-53D9-422B-AA66-7C5DBAB32013}" sibTransId="{BFD5F3CA-F409-4F0A-9B62-2D4E4F4B4A65}"/>
    <dgm:cxn modelId="{37FEE468-A937-4AE9-B386-7838BECFAB92}" srcId="{91A89402-F04A-4650-AC4F-1B76D66E2AC5}" destId="{4C18EFC1-FE23-43C1-962D-7573395CE5AD}" srcOrd="0" destOrd="0" parTransId="{A034B649-D38C-4381-96D4-12E92A653609}" sibTransId="{EE2D0E6E-68D0-4B6C-AEF9-B383B36A1A12}"/>
    <dgm:cxn modelId="{245F8A6D-976B-406D-B27C-7C2D74718DFB}" type="presOf" srcId="{281DB158-B1DE-4580-A7EF-1747321C49FD}" destId="{BAEB7192-0D78-40F8-98B7-166A8F7E202E}" srcOrd="0" destOrd="0" presId="urn:microsoft.com/office/officeart/2018/5/layout/CenteredIconLabelDescriptionList"/>
    <dgm:cxn modelId="{78811586-6783-468A-AA97-132C2F2999C8}" type="presOf" srcId="{4C18EFC1-FE23-43C1-962D-7573395CE5AD}" destId="{5FC63415-A873-4BF5-8207-0CD12E4A3D42}" srcOrd="0" destOrd="0" presId="urn:microsoft.com/office/officeart/2018/5/layout/CenteredIconLabelDescriptionList"/>
    <dgm:cxn modelId="{86A3EC98-1B17-498A-8629-58F1CCB8C1AA}" srcId="{1DBA0457-8377-4D94-ACD5-5DA9FDB27F96}" destId="{91A89402-F04A-4650-AC4F-1B76D66E2AC5}" srcOrd="1" destOrd="0" parTransId="{44F7D5BC-B8F3-40E5-B89B-93E31F9C5B14}" sibTransId="{19DFD98F-B372-41DA-84DA-73F560820958}"/>
    <dgm:cxn modelId="{A65E419F-006D-415F-BBD0-05675C966FC2}" type="presOf" srcId="{0CEB3172-CF60-474F-BB69-602FCE959945}" destId="{EBB87874-5C8C-4024-A27D-990F80856C37}" srcOrd="0" destOrd="0" presId="urn:microsoft.com/office/officeart/2018/5/layout/CenteredIconLabelDescriptionList"/>
    <dgm:cxn modelId="{9E0A6AA9-EDA9-4CC1-8C44-D9F6E95CD0D3}" type="presOf" srcId="{91A89402-F04A-4650-AC4F-1B76D66E2AC5}" destId="{44AE7D19-349C-4486-ABB7-99BFE8C56D2B}" srcOrd="0" destOrd="0" presId="urn:microsoft.com/office/officeart/2018/5/layout/CenteredIconLabelDescriptionList"/>
    <dgm:cxn modelId="{EB942EBF-3FEC-4DC2-8071-63EC51CB7609}" srcId="{0CEB3172-CF60-474F-BB69-602FCE959945}" destId="{281DB158-B1DE-4580-A7EF-1747321C49FD}" srcOrd="0" destOrd="0" parTransId="{54246B8F-8F42-4E6C-A6EF-D36B4B53ED00}" sibTransId="{A5F7E11D-D9BF-44E1-B108-36B439D3392D}"/>
    <dgm:cxn modelId="{639B36FD-C66D-4138-B96C-3112AB0CAB4E}" type="presOf" srcId="{1DBA0457-8377-4D94-ACD5-5DA9FDB27F96}" destId="{239192B0-0D19-4044-A417-20C246937883}" srcOrd="0" destOrd="0" presId="urn:microsoft.com/office/officeart/2018/5/layout/CenteredIconLabelDescriptionList"/>
    <dgm:cxn modelId="{995309BC-493C-4382-B3B7-E9829C57FD52}" type="presParOf" srcId="{239192B0-0D19-4044-A417-20C246937883}" destId="{3854B5A5-ED79-4FFA-8707-4344BB319838}" srcOrd="0" destOrd="0" presId="urn:microsoft.com/office/officeart/2018/5/layout/CenteredIconLabelDescriptionList"/>
    <dgm:cxn modelId="{09498F11-F67B-4730-B9EC-C4FA0E747C2A}" type="presParOf" srcId="{3854B5A5-ED79-4FFA-8707-4344BB319838}" destId="{8E02CD6A-F820-4A88-8107-7175BC03F654}" srcOrd="0" destOrd="0" presId="urn:microsoft.com/office/officeart/2018/5/layout/CenteredIconLabelDescriptionList"/>
    <dgm:cxn modelId="{AEC94C34-A5FF-4F00-950B-80B7B5BC35A5}" type="presParOf" srcId="{3854B5A5-ED79-4FFA-8707-4344BB319838}" destId="{D7572D45-F7E6-4841-96B3-BC289205BF02}" srcOrd="1" destOrd="0" presId="urn:microsoft.com/office/officeart/2018/5/layout/CenteredIconLabelDescriptionList"/>
    <dgm:cxn modelId="{D1BD6376-6DD4-425B-A662-B868E7AD9277}" type="presParOf" srcId="{3854B5A5-ED79-4FFA-8707-4344BB319838}" destId="{EBB87874-5C8C-4024-A27D-990F80856C37}" srcOrd="2" destOrd="0" presId="urn:microsoft.com/office/officeart/2018/5/layout/CenteredIconLabelDescriptionList"/>
    <dgm:cxn modelId="{891FE282-D8D0-47DE-B832-CA56909A3C58}" type="presParOf" srcId="{3854B5A5-ED79-4FFA-8707-4344BB319838}" destId="{5C2252A7-B8B7-4461-BC45-70C761E6FE2A}" srcOrd="3" destOrd="0" presId="urn:microsoft.com/office/officeart/2018/5/layout/CenteredIconLabelDescriptionList"/>
    <dgm:cxn modelId="{CD1C3BCA-19AB-4593-8267-4923D44E45D4}" type="presParOf" srcId="{3854B5A5-ED79-4FFA-8707-4344BB319838}" destId="{BAEB7192-0D78-40F8-98B7-166A8F7E202E}" srcOrd="4" destOrd="0" presId="urn:microsoft.com/office/officeart/2018/5/layout/CenteredIconLabelDescriptionList"/>
    <dgm:cxn modelId="{28B474B8-ACE0-477B-A1C9-71AAC1ECFD0F}" type="presParOf" srcId="{239192B0-0D19-4044-A417-20C246937883}" destId="{775DEF03-5817-4836-95DD-E6F3BDF82470}" srcOrd="1" destOrd="0" presId="urn:microsoft.com/office/officeart/2018/5/layout/CenteredIconLabelDescriptionList"/>
    <dgm:cxn modelId="{5DFFF042-3471-45DC-BF14-9CD2EE0B37C3}" type="presParOf" srcId="{239192B0-0D19-4044-A417-20C246937883}" destId="{E79FD961-D825-4893-BEBE-2E9BC9411C19}" srcOrd="2" destOrd="0" presId="urn:microsoft.com/office/officeart/2018/5/layout/CenteredIconLabelDescriptionList"/>
    <dgm:cxn modelId="{D63B85DB-5468-43D4-B0E6-AC17175CC9DA}" type="presParOf" srcId="{E79FD961-D825-4893-BEBE-2E9BC9411C19}" destId="{3497C6A7-1402-4728-8889-8ED1B5D6B5EB}" srcOrd="0" destOrd="0" presId="urn:microsoft.com/office/officeart/2018/5/layout/CenteredIconLabelDescriptionList"/>
    <dgm:cxn modelId="{462DEA7A-BFBE-4A9F-8C7C-45B4AB228E1F}" type="presParOf" srcId="{E79FD961-D825-4893-BEBE-2E9BC9411C19}" destId="{5EF0A8D9-D904-47DE-854E-5B5F92886032}" srcOrd="1" destOrd="0" presId="urn:microsoft.com/office/officeart/2018/5/layout/CenteredIconLabelDescriptionList"/>
    <dgm:cxn modelId="{8B8CEF3E-91F7-480D-8318-AFDABC2CCBC4}" type="presParOf" srcId="{E79FD961-D825-4893-BEBE-2E9BC9411C19}" destId="{44AE7D19-349C-4486-ABB7-99BFE8C56D2B}" srcOrd="2" destOrd="0" presId="urn:microsoft.com/office/officeart/2018/5/layout/CenteredIconLabelDescriptionList"/>
    <dgm:cxn modelId="{76CCD43C-C7E8-47A9-BA17-87B3D2D03080}" type="presParOf" srcId="{E79FD961-D825-4893-BEBE-2E9BC9411C19}" destId="{0BE7EE0D-38DE-4F18-BEF7-0D8DF0EB66BC}" srcOrd="3" destOrd="0" presId="urn:microsoft.com/office/officeart/2018/5/layout/CenteredIconLabelDescriptionList"/>
    <dgm:cxn modelId="{571E42FB-DDA1-4A68-B696-624FF08D5EDA}" type="presParOf" srcId="{E79FD961-D825-4893-BEBE-2E9BC9411C19}" destId="{5FC63415-A873-4BF5-8207-0CD12E4A3D42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18F02C3-9F00-4423-86C3-B3D45169AB2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F68301-1AFF-4A77-91A8-3D1FFCE876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Programmatic UI Creation</a:t>
          </a:r>
        </a:p>
      </dgm:t>
    </dgm:pt>
    <dgm:pt modelId="{D8EC15F0-3607-4336-9060-6AD935DF0B18}" type="parTrans" cxnId="{46C13E8C-570D-48AB-B6AD-0F0C8CFD41C3}">
      <dgm:prSet/>
      <dgm:spPr/>
      <dgm:t>
        <a:bodyPr/>
        <a:lstStyle/>
        <a:p>
          <a:endParaRPr lang="en-US"/>
        </a:p>
      </dgm:t>
    </dgm:pt>
    <dgm:pt modelId="{77A8DC08-7342-48B7-B107-3FD822CCAB56}" type="sibTrans" cxnId="{46C13E8C-570D-48AB-B6AD-0F0C8CFD41C3}">
      <dgm:prSet/>
      <dgm:spPr/>
      <dgm:t>
        <a:bodyPr/>
        <a:lstStyle/>
        <a:p>
          <a:endParaRPr lang="en-US"/>
        </a:p>
      </dgm:t>
    </dgm:pt>
    <dgm:pt modelId="{7BF91042-97BD-4315-B71B-07810B49F2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Create and modify user interface elements using C# markup programmatically.</a:t>
          </a:r>
          <a:endParaRPr lang="en-US"/>
        </a:p>
      </dgm:t>
    </dgm:pt>
    <dgm:pt modelId="{89A84902-3D4A-4E7A-A2E3-7C441E6C3147}" type="parTrans" cxnId="{C870538D-E9C3-4241-A5B4-9D7DA5357EA2}">
      <dgm:prSet/>
      <dgm:spPr/>
      <dgm:t>
        <a:bodyPr/>
        <a:lstStyle/>
        <a:p>
          <a:endParaRPr lang="en-US"/>
        </a:p>
      </dgm:t>
    </dgm:pt>
    <dgm:pt modelId="{5CBB8903-4C8C-4A6A-BA4D-55DA08B06768}" type="sibTrans" cxnId="{C870538D-E9C3-4241-A5B4-9D7DA5357EA2}">
      <dgm:prSet/>
      <dgm:spPr/>
      <dgm:t>
        <a:bodyPr/>
        <a:lstStyle/>
        <a:p>
          <a:endParaRPr lang="en-US"/>
        </a:p>
      </dgm:t>
    </dgm:pt>
    <dgm:pt modelId="{03A4516F-2597-4D39-AC95-C3B49E24C2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Improved Code Reuse</a:t>
          </a:r>
        </a:p>
      </dgm:t>
    </dgm:pt>
    <dgm:pt modelId="{4258415E-70CA-4693-9BAC-0D79EC317FCB}" type="parTrans" cxnId="{CB6AA8F4-CEF0-4037-9DA1-9D20AAFE4A3C}">
      <dgm:prSet/>
      <dgm:spPr/>
      <dgm:t>
        <a:bodyPr/>
        <a:lstStyle/>
        <a:p>
          <a:endParaRPr lang="en-US"/>
        </a:p>
      </dgm:t>
    </dgm:pt>
    <dgm:pt modelId="{9370C8CC-1663-4C89-8B5B-F7734F88DB39}" type="sibTrans" cxnId="{CB6AA8F4-CEF0-4037-9DA1-9D20AAFE4A3C}">
      <dgm:prSet/>
      <dgm:spPr/>
      <dgm:t>
        <a:bodyPr/>
        <a:lstStyle/>
        <a:p>
          <a:endParaRPr lang="en-US"/>
        </a:p>
      </dgm:t>
    </dgm:pt>
    <dgm:pt modelId="{B823981A-DC3C-4FDC-8173-4B89F416B6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Enhance code reuse by allowing modular UI components to be managed efficiently.</a:t>
          </a:r>
          <a:endParaRPr lang="en-US"/>
        </a:p>
      </dgm:t>
    </dgm:pt>
    <dgm:pt modelId="{8989F01A-8B8E-4B89-9A3F-A22D1CA40470}" type="parTrans" cxnId="{D77F7610-070D-48AF-B50F-B6F95772202D}">
      <dgm:prSet/>
      <dgm:spPr/>
      <dgm:t>
        <a:bodyPr/>
        <a:lstStyle/>
        <a:p>
          <a:endParaRPr lang="en-US"/>
        </a:p>
      </dgm:t>
    </dgm:pt>
    <dgm:pt modelId="{F8952D99-0616-444D-A426-27737BB16AB6}" type="sibTrans" cxnId="{D77F7610-070D-48AF-B50F-B6F95772202D}">
      <dgm:prSet/>
      <dgm:spPr/>
      <dgm:t>
        <a:bodyPr/>
        <a:lstStyle/>
        <a:p>
          <a:endParaRPr lang="en-US"/>
        </a:p>
      </dgm:t>
    </dgm:pt>
    <dgm:pt modelId="{C663DBDE-5FA6-4C51-9E0D-765C9B388F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Reduced Context Switching</a:t>
          </a:r>
        </a:p>
      </dgm:t>
    </dgm:pt>
    <dgm:pt modelId="{6910C2D6-7ADD-4BA5-A93B-989CAC9EB8E3}" type="parTrans" cxnId="{4D9582FB-350A-4676-9BC2-3866BE4E99A2}">
      <dgm:prSet/>
      <dgm:spPr/>
      <dgm:t>
        <a:bodyPr/>
        <a:lstStyle/>
        <a:p>
          <a:endParaRPr lang="en-US"/>
        </a:p>
      </dgm:t>
    </dgm:pt>
    <dgm:pt modelId="{04C88D65-AE40-42DF-9CE8-52FC66B823D4}" type="sibTrans" cxnId="{4D9582FB-350A-4676-9BC2-3866BE4E99A2}">
      <dgm:prSet/>
      <dgm:spPr/>
      <dgm:t>
        <a:bodyPr/>
        <a:lstStyle/>
        <a:p>
          <a:endParaRPr lang="en-US"/>
        </a:p>
      </dgm:t>
    </dgm:pt>
    <dgm:pt modelId="{C77C361F-BE1A-492B-B84F-D91908FBC0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Using C# markup reduces context switching between design and code environments for developers.</a:t>
          </a:r>
          <a:endParaRPr lang="en-US"/>
        </a:p>
      </dgm:t>
    </dgm:pt>
    <dgm:pt modelId="{BC92CDF0-ECEF-40D3-9844-388F0FB93AD2}" type="parTrans" cxnId="{F910D8D0-18E8-46B9-94EB-F6BD1B887D3E}">
      <dgm:prSet/>
      <dgm:spPr/>
      <dgm:t>
        <a:bodyPr/>
        <a:lstStyle/>
        <a:p>
          <a:endParaRPr lang="en-US"/>
        </a:p>
      </dgm:t>
    </dgm:pt>
    <dgm:pt modelId="{B0B4603E-1887-4565-B1E5-6CE5E282FA01}" type="sibTrans" cxnId="{F910D8D0-18E8-46B9-94EB-F6BD1B887D3E}">
      <dgm:prSet/>
      <dgm:spPr/>
      <dgm:t>
        <a:bodyPr/>
        <a:lstStyle/>
        <a:p>
          <a:endParaRPr lang="en-US"/>
        </a:p>
      </dgm:t>
    </dgm:pt>
    <dgm:pt modelId="{4AA33B7E-AFA5-446A-AF31-059F3818FF21}" type="pres">
      <dgm:prSet presAssocID="{F18F02C3-9F00-4423-86C3-B3D45169AB23}" presName="root" presStyleCnt="0">
        <dgm:presLayoutVars>
          <dgm:dir/>
          <dgm:resizeHandles val="exact"/>
        </dgm:presLayoutVars>
      </dgm:prSet>
      <dgm:spPr/>
    </dgm:pt>
    <dgm:pt modelId="{FE9BFB6A-348B-4154-A2D0-952FFE45CB57}" type="pres">
      <dgm:prSet presAssocID="{DCF68301-1AFF-4A77-91A8-3D1FFCE876E3}" presName="compNode" presStyleCnt="0"/>
      <dgm:spPr/>
    </dgm:pt>
    <dgm:pt modelId="{9B862CFD-862E-4FE8-9CA4-2932A89BE2EA}" type="pres">
      <dgm:prSet presAssocID="{DCF68301-1AFF-4A77-91A8-3D1FFCE876E3}" presName="bgRect" presStyleLbl="bgShp" presStyleIdx="0" presStyleCnt="3"/>
      <dgm:spPr/>
    </dgm:pt>
    <dgm:pt modelId="{CA44C5B7-B737-466E-AE63-896B08DA5799}" type="pres">
      <dgm:prSet presAssocID="{DCF68301-1AFF-4A77-91A8-3D1FFCE876E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24F323A-2AF8-4FA7-865F-84CE7477E6D9}" type="pres">
      <dgm:prSet presAssocID="{DCF68301-1AFF-4A77-91A8-3D1FFCE876E3}" presName="spaceRect" presStyleCnt="0"/>
      <dgm:spPr/>
    </dgm:pt>
    <dgm:pt modelId="{27351BB2-8C51-4A6A-B40E-DA152BFFEF41}" type="pres">
      <dgm:prSet presAssocID="{DCF68301-1AFF-4A77-91A8-3D1FFCE876E3}" presName="parTx" presStyleLbl="revTx" presStyleIdx="0" presStyleCnt="6">
        <dgm:presLayoutVars>
          <dgm:chMax val="0"/>
          <dgm:chPref val="0"/>
        </dgm:presLayoutVars>
      </dgm:prSet>
      <dgm:spPr/>
    </dgm:pt>
    <dgm:pt modelId="{D8364D52-A193-4665-936E-E752A1760277}" type="pres">
      <dgm:prSet presAssocID="{DCF68301-1AFF-4A77-91A8-3D1FFCE876E3}" presName="desTx" presStyleLbl="revTx" presStyleIdx="1" presStyleCnt="6">
        <dgm:presLayoutVars/>
      </dgm:prSet>
      <dgm:spPr/>
    </dgm:pt>
    <dgm:pt modelId="{187FFE95-6A1E-4E79-9877-FD109B1D5CA1}" type="pres">
      <dgm:prSet presAssocID="{77A8DC08-7342-48B7-B107-3FD822CCAB56}" presName="sibTrans" presStyleCnt="0"/>
      <dgm:spPr/>
    </dgm:pt>
    <dgm:pt modelId="{8391B395-E783-42D5-8549-3BE77DBABD55}" type="pres">
      <dgm:prSet presAssocID="{03A4516F-2597-4D39-AC95-C3B49E24C21F}" presName="compNode" presStyleCnt="0"/>
      <dgm:spPr/>
    </dgm:pt>
    <dgm:pt modelId="{6BB9A986-9EB1-4E31-9B51-D8B4D69EF2A6}" type="pres">
      <dgm:prSet presAssocID="{03A4516F-2597-4D39-AC95-C3B49E24C21F}" presName="bgRect" presStyleLbl="bgShp" presStyleIdx="1" presStyleCnt="3"/>
      <dgm:spPr/>
    </dgm:pt>
    <dgm:pt modelId="{59F6D946-AB01-43DA-A603-C91B258F6D58}" type="pres">
      <dgm:prSet presAssocID="{03A4516F-2597-4D39-AC95-C3B49E24C2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D9B71F4-8541-4FB9-9CC5-D7EE9E7E7A5F}" type="pres">
      <dgm:prSet presAssocID="{03A4516F-2597-4D39-AC95-C3B49E24C21F}" presName="spaceRect" presStyleCnt="0"/>
      <dgm:spPr/>
    </dgm:pt>
    <dgm:pt modelId="{5E2C4287-152E-4358-9324-988021339FAF}" type="pres">
      <dgm:prSet presAssocID="{03A4516F-2597-4D39-AC95-C3B49E24C21F}" presName="parTx" presStyleLbl="revTx" presStyleIdx="2" presStyleCnt="6">
        <dgm:presLayoutVars>
          <dgm:chMax val="0"/>
          <dgm:chPref val="0"/>
        </dgm:presLayoutVars>
      </dgm:prSet>
      <dgm:spPr/>
    </dgm:pt>
    <dgm:pt modelId="{96C20A32-D33C-4F53-B9CA-3A57C7F17002}" type="pres">
      <dgm:prSet presAssocID="{03A4516F-2597-4D39-AC95-C3B49E24C21F}" presName="desTx" presStyleLbl="revTx" presStyleIdx="3" presStyleCnt="6">
        <dgm:presLayoutVars/>
      </dgm:prSet>
      <dgm:spPr/>
    </dgm:pt>
    <dgm:pt modelId="{0C95C1AE-27D5-4824-840C-ED93587281A2}" type="pres">
      <dgm:prSet presAssocID="{9370C8CC-1663-4C89-8B5B-F7734F88DB39}" presName="sibTrans" presStyleCnt="0"/>
      <dgm:spPr/>
    </dgm:pt>
    <dgm:pt modelId="{566EF3B5-340C-4CA4-AE46-E6C355D7BED4}" type="pres">
      <dgm:prSet presAssocID="{C663DBDE-5FA6-4C51-9E0D-765C9B388FE3}" presName="compNode" presStyleCnt="0"/>
      <dgm:spPr/>
    </dgm:pt>
    <dgm:pt modelId="{92CBF1F3-9A41-4AF0-BBB4-A32482717E95}" type="pres">
      <dgm:prSet presAssocID="{C663DBDE-5FA6-4C51-9E0D-765C9B388FE3}" presName="bgRect" presStyleLbl="bgShp" presStyleIdx="2" presStyleCnt="3"/>
      <dgm:spPr/>
    </dgm:pt>
    <dgm:pt modelId="{14DDA994-008F-4AB5-A014-AAE6C583F71A}" type="pres">
      <dgm:prSet presAssocID="{C663DBDE-5FA6-4C51-9E0D-765C9B388FE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7C07EF7-D4D9-4252-84ED-9CEE37E4599F}" type="pres">
      <dgm:prSet presAssocID="{C663DBDE-5FA6-4C51-9E0D-765C9B388FE3}" presName="spaceRect" presStyleCnt="0"/>
      <dgm:spPr/>
    </dgm:pt>
    <dgm:pt modelId="{3913FF78-CE21-4D20-BC75-2A565591287A}" type="pres">
      <dgm:prSet presAssocID="{C663DBDE-5FA6-4C51-9E0D-765C9B388FE3}" presName="parTx" presStyleLbl="revTx" presStyleIdx="4" presStyleCnt="6">
        <dgm:presLayoutVars>
          <dgm:chMax val="0"/>
          <dgm:chPref val="0"/>
        </dgm:presLayoutVars>
      </dgm:prSet>
      <dgm:spPr/>
    </dgm:pt>
    <dgm:pt modelId="{C0346201-AE52-465A-B41E-8985AE902351}" type="pres">
      <dgm:prSet presAssocID="{C663DBDE-5FA6-4C51-9E0D-765C9B388FE3}" presName="desTx" presStyleLbl="revTx" presStyleIdx="5" presStyleCnt="6">
        <dgm:presLayoutVars/>
      </dgm:prSet>
      <dgm:spPr/>
    </dgm:pt>
  </dgm:ptLst>
  <dgm:cxnLst>
    <dgm:cxn modelId="{49768504-97CA-4924-83BC-424B93635A7B}" type="presOf" srcId="{C663DBDE-5FA6-4C51-9E0D-765C9B388FE3}" destId="{3913FF78-CE21-4D20-BC75-2A565591287A}" srcOrd="0" destOrd="0" presId="urn:microsoft.com/office/officeart/2018/2/layout/IconVerticalSolidList"/>
    <dgm:cxn modelId="{56E2B00C-2FA9-4966-84F9-9B1D410F45C6}" type="presOf" srcId="{F18F02C3-9F00-4423-86C3-B3D45169AB23}" destId="{4AA33B7E-AFA5-446A-AF31-059F3818FF21}" srcOrd="0" destOrd="0" presId="urn:microsoft.com/office/officeart/2018/2/layout/IconVerticalSolidList"/>
    <dgm:cxn modelId="{D77F7610-070D-48AF-B50F-B6F95772202D}" srcId="{03A4516F-2597-4D39-AC95-C3B49E24C21F}" destId="{B823981A-DC3C-4FDC-8173-4B89F416B6D4}" srcOrd="0" destOrd="0" parTransId="{8989F01A-8B8E-4B89-9A3F-A22D1CA40470}" sibTransId="{F8952D99-0616-444D-A426-27737BB16AB6}"/>
    <dgm:cxn modelId="{7057634D-C1A4-4236-89CB-93BFC4780A97}" type="presOf" srcId="{03A4516F-2597-4D39-AC95-C3B49E24C21F}" destId="{5E2C4287-152E-4358-9324-988021339FAF}" srcOrd="0" destOrd="0" presId="urn:microsoft.com/office/officeart/2018/2/layout/IconVerticalSolidList"/>
    <dgm:cxn modelId="{AF076C51-D340-498E-AA38-8A7F9958ADEB}" type="presOf" srcId="{C77C361F-BE1A-492B-B84F-D91908FBC05D}" destId="{C0346201-AE52-465A-B41E-8985AE902351}" srcOrd="0" destOrd="0" presId="urn:microsoft.com/office/officeart/2018/2/layout/IconVerticalSolidList"/>
    <dgm:cxn modelId="{4CB9C675-B17B-4D78-8F75-1FBFABBC268D}" type="presOf" srcId="{B823981A-DC3C-4FDC-8173-4B89F416B6D4}" destId="{96C20A32-D33C-4F53-B9CA-3A57C7F17002}" srcOrd="0" destOrd="0" presId="urn:microsoft.com/office/officeart/2018/2/layout/IconVerticalSolidList"/>
    <dgm:cxn modelId="{46C13E8C-570D-48AB-B6AD-0F0C8CFD41C3}" srcId="{F18F02C3-9F00-4423-86C3-B3D45169AB23}" destId="{DCF68301-1AFF-4A77-91A8-3D1FFCE876E3}" srcOrd="0" destOrd="0" parTransId="{D8EC15F0-3607-4336-9060-6AD935DF0B18}" sibTransId="{77A8DC08-7342-48B7-B107-3FD822CCAB56}"/>
    <dgm:cxn modelId="{C870538D-E9C3-4241-A5B4-9D7DA5357EA2}" srcId="{DCF68301-1AFF-4A77-91A8-3D1FFCE876E3}" destId="{7BF91042-97BD-4315-B71B-07810B49F2CD}" srcOrd="0" destOrd="0" parTransId="{89A84902-3D4A-4E7A-A2E3-7C441E6C3147}" sibTransId="{5CBB8903-4C8C-4A6A-BA4D-55DA08B06768}"/>
    <dgm:cxn modelId="{F910D8D0-18E8-46B9-94EB-F6BD1B887D3E}" srcId="{C663DBDE-5FA6-4C51-9E0D-765C9B388FE3}" destId="{C77C361F-BE1A-492B-B84F-D91908FBC05D}" srcOrd="0" destOrd="0" parTransId="{BC92CDF0-ECEF-40D3-9844-388F0FB93AD2}" sibTransId="{B0B4603E-1887-4565-B1E5-6CE5E282FA01}"/>
    <dgm:cxn modelId="{C6F859DB-14D4-4B43-A7AD-75C0260673EC}" type="presOf" srcId="{DCF68301-1AFF-4A77-91A8-3D1FFCE876E3}" destId="{27351BB2-8C51-4A6A-B40E-DA152BFFEF41}" srcOrd="0" destOrd="0" presId="urn:microsoft.com/office/officeart/2018/2/layout/IconVerticalSolidList"/>
    <dgm:cxn modelId="{873ED5E2-BA8A-4C2C-9DA7-BF10FBE55256}" type="presOf" srcId="{7BF91042-97BD-4315-B71B-07810B49F2CD}" destId="{D8364D52-A193-4665-936E-E752A1760277}" srcOrd="0" destOrd="0" presId="urn:microsoft.com/office/officeart/2018/2/layout/IconVerticalSolidList"/>
    <dgm:cxn modelId="{CB6AA8F4-CEF0-4037-9DA1-9D20AAFE4A3C}" srcId="{F18F02C3-9F00-4423-86C3-B3D45169AB23}" destId="{03A4516F-2597-4D39-AC95-C3B49E24C21F}" srcOrd="1" destOrd="0" parTransId="{4258415E-70CA-4693-9BAC-0D79EC317FCB}" sibTransId="{9370C8CC-1663-4C89-8B5B-F7734F88DB39}"/>
    <dgm:cxn modelId="{4D9582FB-350A-4676-9BC2-3866BE4E99A2}" srcId="{F18F02C3-9F00-4423-86C3-B3D45169AB23}" destId="{C663DBDE-5FA6-4C51-9E0D-765C9B388FE3}" srcOrd="2" destOrd="0" parTransId="{6910C2D6-7ADD-4BA5-A93B-989CAC9EB8E3}" sibTransId="{04C88D65-AE40-42DF-9CE8-52FC66B823D4}"/>
    <dgm:cxn modelId="{87152B1B-A2DD-49CE-9497-F501BD08C58B}" type="presParOf" srcId="{4AA33B7E-AFA5-446A-AF31-059F3818FF21}" destId="{FE9BFB6A-348B-4154-A2D0-952FFE45CB57}" srcOrd="0" destOrd="0" presId="urn:microsoft.com/office/officeart/2018/2/layout/IconVerticalSolidList"/>
    <dgm:cxn modelId="{6388AFBE-8198-4CAE-AEED-469AC077E5E3}" type="presParOf" srcId="{FE9BFB6A-348B-4154-A2D0-952FFE45CB57}" destId="{9B862CFD-862E-4FE8-9CA4-2932A89BE2EA}" srcOrd="0" destOrd="0" presId="urn:microsoft.com/office/officeart/2018/2/layout/IconVerticalSolidList"/>
    <dgm:cxn modelId="{898A8F3E-CDBF-49A2-8AFA-C377888F486B}" type="presParOf" srcId="{FE9BFB6A-348B-4154-A2D0-952FFE45CB57}" destId="{CA44C5B7-B737-466E-AE63-896B08DA5799}" srcOrd="1" destOrd="0" presId="urn:microsoft.com/office/officeart/2018/2/layout/IconVerticalSolidList"/>
    <dgm:cxn modelId="{19CE5709-3444-45BB-A954-DAB7831A8628}" type="presParOf" srcId="{FE9BFB6A-348B-4154-A2D0-952FFE45CB57}" destId="{824F323A-2AF8-4FA7-865F-84CE7477E6D9}" srcOrd="2" destOrd="0" presId="urn:microsoft.com/office/officeart/2018/2/layout/IconVerticalSolidList"/>
    <dgm:cxn modelId="{8976AAA9-5A87-4CBF-8318-7928E7CA89E0}" type="presParOf" srcId="{FE9BFB6A-348B-4154-A2D0-952FFE45CB57}" destId="{27351BB2-8C51-4A6A-B40E-DA152BFFEF41}" srcOrd="3" destOrd="0" presId="urn:microsoft.com/office/officeart/2018/2/layout/IconVerticalSolidList"/>
    <dgm:cxn modelId="{EB9D2ADA-137B-4B88-861D-EA18F412948D}" type="presParOf" srcId="{FE9BFB6A-348B-4154-A2D0-952FFE45CB57}" destId="{D8364D52-A193-4665-936E-E752A1760277}" srcOrd="4" destOrd="0" presId="urn:microsoft.com/office/officeart/2018/2/layout/IconVerticalSolidList"/>
    <dgm:cxn modelId="{BCD21F94-C10B-4507-86E2-C4F32B733ED3}" type="presParOf" srcId="{4AA33B7E-AFA5-446A-AF31-059F3818FF21}" destId="{187FFE95-6A1E-4E79-9877-FD109B1D5CA1}" srcOrd="1" destOrd="0" presId="urn:microsoft.com/office/officeart/2018/2/layout/IconVerticalSolidList"/>
    <dgm:cxn modelId="{6C6FB910-8CBC-4FF5-897E-F64939064CE2}" type="presParOf" srcId="{4AA33B7E-AFA5-446A-AF31-059F3818FF21}" destId="{8391B395-E783-42D5-8549-3BE77DBABD55}" srcOrd="2" destOrd="0" presId="urn:microsoft.com/office/officeart/2018/2/layout/IconVerticalSolidList"/>
    <dgm:cxn modelId="{6848FFA1-BE7C-430D-B7B4-DF68D59726BA}" type="presParOf" srcId="{8391B395-E783-42D5-8549-3BE77DBABD55}" destId="{6BB9A986-9EB1-4E31-9B51-D8B4D69EF2A6}" srcOrd="0" destOrd="0" presId="urn:microsoft.com/office/officeart/2018/2/layout/IconVerticalSolidList"/>
    <dgm:cxn modelId="{35E9B696-B6CA-41AF-8269-FF074CEC1B8F}" type="presParOf" srcId="{8391B395-E783-42D5-8549-3BE77DBABD55}" destId="{59F6D946-AB01-43DA-A603-C91B258F6D58}" srcOrd="1" destOrd="0" presId="urn:microsoft.com/office/officeart/2018/2/layout/IconVerticalSolidList"/>
    <dgm:cxn modelId="{9FF6D4C1-E02E-4E2C-BCA0-6E6AB2864C12}" type="presParOf" srcId="{8391B395-E783-42D5-8549-3BE77DBABD55}" destId="{6D9B71F4-8541-4FB9-9CC5-D7EE9E7E7A5F}" srcOrd="2" destOrd="0" presId="urn:microsoft.com/office/officeart/2018/2/layout/IconVerticalSolidList"/>
    <dgm:cxn modelId="{01179F46-35BA-4A3B-AF58-14811D36EDE4}" type="presParOf" srcId="{8391B395-E783-42D5-8549-3BE77DBABD55}" destId="{5E2C4287-152E-4358-9324-988021339FAF}" srcOrd="3" destOrd="0" presId="urn:microsoft.com/office/officeart/2018/2/layout/IconVerticalSolidList"/>
    <dgm:cxn modelId="{931DCC51-B9B4-4467-896E-6523CCAACCCC}" type="presParOf" srcId="{8391B395-E783-42D5-8549-3BE77DBABD55}" destId="{96C20A32-D33C-4F53-B9CA-3A57C7F17002}" srcOrd="4" destOrd="0" presId="urn:microsoft.com/office/officeart/2018/2/layout/IconVerticalSolidList"/>
    <dgm:cxn modelId="{B8780034-7E09-45D4-9616-CA10120F672A}" type="presParOf" srcId="{4AA33B7E-AFA5-446A-AF31-059F3818FF21}" destId="{0C95C1AE-27D5-4824-840C-ED93587281A2}" srcOrd="3" destOrd="0" presId="urn:microsoft.com/office/officeart/2018/2/layout/IconVerticalSolidList"/>
    <dgm:cxn modelId="{7236A181-074A-4078-A414-CDD771DFBBA7}" type="presParOf" srcId="{4AA33B7E-AFA5-446A-AF31-059F3818FF21}" destId="{566EF3B5-340C-4CA4-AE46-E6C355D7BED4}" srcOrd="4" destOrd="0" presId="urn:microsoft.com/office/officeart/2018/2/layout/IconVerticalSolidList"/>
    <dgm:cxn modelId="{A635FB1C-062E-44DF-9FD9-5F8860B1C324}" type="presParOf" srcId="{566EF3B5-340C-4CA4-AE46-E6C355D7BED4}" destId="{92CBF1F3-9A41-4AF0-BBB4-A32482717E95}" srcOrd="0" destOrd="0" presId="urn:microsoft.com/office/officeart/2018/2/layout/IconVerticalSolidList"/>
    <dgm:cxn modelId="{47956D45-F83C-4E73-A6F6-54B75E8B211C}" type="presParOf" srcId="{566EF3B5-340C-4CA4-AE46-E6C355D7BED4}" destId="{14DDA994-008F-4AB5-A014-AAE6C583F71A}" srcOrd="1" destOrd="0" presId="urn:microsoft.com/office/officeart/2018/2/layout/IconVerticalSolidList"/>
    <dgm:cxn modelId="{993B0C3B-D46E-4428-9916-A0CCC6AD8D9B}" type="presParOf" srcId="{566EF3B5-340C-4CA4-AE46-E6C355D7BED4}" destId="{E7C07EF7-D4D9-4252-84ED-9CEE37E4599F}" srcOrd="2" destOrd="0" presId="urn:microsoft.com/office/officeart/2018/2/layout/IconVerticalSolidList"/>
    <dgm:cxn modelId="{0BB4791F-5E31-4CC1-8933-3F2CFFF216E4}" type="presParOf" srcId="{566EF3B5-340C-4CA4-AE46-E6C355D7BED4}" destId="{3913FF78-CE21-4D20-BC75-2A565591287A}" srcOrd="3" destOrd="0" presId="urn:microsoft.com/office/officeart/2018/2/layout/IconVerticalSolidList"/>
    <dgm:cxn modelId="{A9ADC421-E710-4D68-8294-0D64BFFBBA9B}" type="presParOf" srcId="{566EF3B5-340C-4CA4-AE46-E6C355D7BED4}" destId="{C0346201-AE52-465A-B41E-8985AE90235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7E224D6-E98C-41E3-81E2-346D3995FA1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9C5D18-594B-4587-8B7F-DBB85EE2C44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Leverage Web Development Skills</a:t>
          </a:r>
        </a:p>
      </dgm:t>
    </dgm:pt>
    <dgm:pt modelId="{DE7EF4F6-2211-4F8C-A42B-949657380AEC}" type="parTrans" cxnId="{A75BB188-EB7A-4EE6-9B9F-910D01A08665}">
      <dgm:prSet/>
      <dgm:spPr/>
      <dgm:t>
        <a:bodyPr/>
        <a:lstStyle/>
        <a:p>
          <a:endParaRPr lang="en-US"/>
        </a:p>
      </dgm:t>
    </dgm:pt>
    <dgm:pt modelId="{A695C6D2-8816-4CC5-A1F4-AC50CC62B364}" type="sibTrans" cxnId="{A75BB188-EB7A-4EE6-9B9F-910D01A08665}">
      <dgm:prSet/>
      <dgm:spPr/>
      <dgm:t>
        <a:bodyPr/>
        <a:lstStyle/>
        <a:p>
          <a:endParaRPr lang="en-US"/>
        </a:p>
      </dgm:t>
    </dgm:pt>
    <dgm:pt modelId="{E9E2055A-0379-4AB4-A593-537E35802DD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Utilize your existing web dev knowledge to efficiently style MAUI applications.</a:t>
          </a:r>
          <a:endParaRPr lang="en-US"/>
        </a:p>
      </dgm:t>
    </dgm:pt>
    <dgm:pt modelId="{FBA97B5C-EF48-4F56-A1F3-EFC23C24D430}" type="parTrans" cxnId="{9AF35E09-B826-4B4E-8BBF-FA7651FD772C}">
      <dgm:prSet/>
      <dgm:spPr/>
      <dgm:t>
        <a:bodyPr/>
        <a:lstStyle/>
        <a:p>
          <a:endParaRPr lang="en-US"/>
        </a:p>
      </dgm:t>
    </dgm:pt>
    <dgm:pt modelId="{C6441FB1-0279-4434-A646-3FF187BC8C27}" type="sibTrans" cxnId="{9AF35E09-B826-4B4E-8BBF-FA7651FD772C}">
      <dgm:prSet/>
      <dgm:spPr/>
      <dgm:t>
        <a:bodyPr/>
        <a:lstStyle/>
        <a:p>
          <a:endParaRPr lang="en-US"/>
        </a:p>
      </dgm:t>
    </dgm:pt>
    <dgm:pt modelId="{77BA860B-4E6E-4804-9F93-31AF4370B38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Save Development Time</a:t>
          </a:r>
        </a:p>
      </dgm:t>
    </dgm:pt>
    <dgm:pt modelId="{B99089DB-207B-4C2C-8AF8-1D8376A1E6B3}" type="parTrans" cxnId="{FBB3A5EB-189D-4BDA-B015-ECD5618B7CA3}">
      <dgm:prSet/>
      <dgm:spPr/>
      <dgm:t>
        <a:bodyPr/>
        <a:lstStyle/>
        <a:p>
          <a:endParaRPr lang="en-US"/>
        </a:p>
      </dgm:t>
    </dgm:pt>
    <dgm:pt modelId="{B54DC816-CAB4-4127-B45E-6762A32DAAD8}" type="sibTrans" cxnId="{FBB3A5EB-189D-4BDA-B015-ECD5618B7CA3}">
      <dgm:prSet/>
      <dgm:spPr/>
      <dgm:t>
        <a:bodyPr/>
        <a:lstStyle/>
        <a:p>
          <a:endParaRPr lang="en-US"/>
        </a:p>
      </dgm:t>
    </dgm:pt>
    <dgm:pt modelId="{08A2B152-1E9B-48DF-B366-09C22DCA18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Reusing web assets reduces styling time, accelerating app development &amp; deployment.</a:t>
          </a:r>
          <a:endParaRPr lang="en-US"/>
        </a:p>
      </dgm:t>
    </dgm:pt>
    <dgm:pt modelId="{284907F5-5E2A-4466-9460-2FFE5AA70156}" type="parTrans" cxnId="{556BE28B-76EC-4D6E-9F36-1EA4D6BD0558}">
      <dgm:prSet/>
      <dgm:spPr/>
      <dgm:t>
        <a:bodyPr/>
        <a:lstStyle/>
        <a:p>
          <a:endParaRPr lang="en-US"/>
        </a:p>
      </dgm:t>
    </dgm:pt>
    <dgm:pt modelId="{6CA310A8-2A6C-4AF2-A7A7-F79F66C330A1}" type="sibTrans" cxnId="{556BE28B-76EC-4D6E-9F36-1EA4D6BD0558}">
      <dgm:prSet/>
      <dgm:spPr/>
      <dgm:t>
        <a:bodyPr/>
        <a:lstStyle/>
        <a:p>
          <a:endParaRPr lang="en-US"/>
        </a:p>
      </dgm:t>
    </dgm:pt>
    <dgm:pt modelId="{729A718F-00AF-47F8-B257-6B00D04D732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Maintain Brand Consistency</a:t>
          </a:r>
        </a:p>
      </dgm:t>
    </dgm:pt>
    <dgm:pt modelId="{4D1189AD-DA34-4E7B-98F3-DCEEEAE1BD41}" type="parTrans" cxnId="{F4E15D6B-0D4E-4D3B-89BC-F0A13E9FC3D4}">
      <dgm:prSet/>
      <dgm:spPr/>
      <dgm:t>
        <a:bodyPr/>
        <a:lstStyle/>
        <a:p>
          <a:endParaRPr lang="en-US"/>
        </a:p>
      </dgm:t>
    </dgm:pt>
    <dgm:pt modelId="{14A037A1-4DF7-4DCD-AF9F-EDB12C1396D5}" type="sibTrans" cxnId="{F4E15D6B-0D4E-4D3B-89BC-F0A13E9FC3D4}">
      <dgm:prSet/>
      <dgm:spPr/>
      <dgm:t>
        <a:bodyPr/>
        <a:lstStyle/>
        <a:p>
          <a:endParaRPr lang="en-US"/>
        </a:p>
      </dgm:t>
    </dgm:pt>
    <dgm:pt modelId="{F7F4C8C6-6D82-4E77-B25A-BDB55050F3D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Consistent styling across web &amp; MAUI apps ensures strong &amp; uniform brand identity.</a:t>
          </a:r>
          <a:endParaRPr lang="en-US"/>
        </a:p>
      </dgm:t>
    </dgm:pt>
    <dgm:pt modelId="{3DDD67E1-3F52-44A3-8AE2-47F6EA0C60DD}" type="parTrans" cxnId="{75D3200A-17A4-447E-9994-19FB757FDF5D}">
      <dgm:prSet/>
      <dgm:spPr/>
      <dgm:t>
        <a:bodyPr/>
        <a:lstStyle/>
        <a:p>
          <a:endParaRPr lang="en-US"/>
        </a:p>
      </dgm:t>
    </dgm:pt>
    <dgm:pt modelId="{90F01890-059B-4F1D-AB91-D51086BDF538}" type="sibTrans" cxnId="{75D3200A-17A4-447E-9994-19FB757FDF5D}">
      <dgm:prSet/>
      <dgm:spPr/>
      <dgm:t>
        <a:bodyPr/>
        <a:lstStyle/>
        <a:p>
          <a:endParaRPr lang="en-US"/>
        </a:p>
      </dgm:t>
    </dgm:pt>
    <dgm:pt modelId="{0B04BD89-F60C-4557-A3E4-B0EF5A14425F}" type="pres">
      <dgm:prSet presAssocID="{C7E224D6-E98C-41E3-81E2-346D3995FA1B}" presName="root" presStyleCnt="0">
        <dgm:presLayoutVars>
          <dgm:dir/>
          <dgm:resizeHandles val="exact"/>
        </dgm:presLayoutVars>
      </dgm:prSet>
      <dgm:spPr/>
    </dgm:pt>
    <dgm:pt modelId="{846EA0D0-B095-4AF5-95A7-A76949667968}" type="pres">
      <dgm:prSet presAssocID="{2C9C5D18-594B-4587-8B7F-DBB85EE2C444}" presName="compNode" presStyleCnt="0"/>
      <dgm:spPr/>
    </dgm:pt>
    <dgm:pt modelId="{FC57FE82-AB4C-4CDD-95DC-BAB0F1AA2483}" type="pres">
      <dgm:prSet presAssocID="{2C9C5D18-594B-4587-8B7F-DBB85EE2C44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AED69AC8-EB57-4640-9991-257717F0090C}" type="pres">
      <dgm:prSet presAssocID="{2C9C5D18-594B-4587-8B7F-DBB85EE2C444}" presName="iconSpace" presStyleCnt="0"/>
      <dgm:spPr/>
    </dgm:pt>
    <dgm:pt modelId="{D6073AF3-B131-4434-B6DA-93F27B5F938B}" type="pres">
      <dgm:prSet presAssocID="{2C9C5D18-594B-4587-8B7F-DBB85EE2C444}" presName="parTx" presStyleLbl="revTx" presStyleIdx="0" presStyleCnt="6">
        <dgm:presLayoutVars>
          <dgm:chMax val="0"/>
          <dgm:chPref val="0"/>
        </dgm:presLayoutVars>
      </dgm:prSet>
      <dgm:spPr/>
    </dgm:pt>
    <dgm:pt modelId="{F97E8026-C544-44DB-870E-1F654249BF00}" type="pres">
      <dgm:prSet presAssocID="{2C9C5D18-594B-4587-8B7F-DBB85EE2C444}" presName="txSpace" presStyleCnt="0"/>
      <dgm:spPr/>
    </dgm:pt>
    <dgm:pt modelId="{7CE59EBC-62E7-4FF7-98D5-280DFCC1A2A6}" type="pres">
      <dgm:prSet presAssocID="{2C9C5D18-594B-4587-8B7F-DBB85EE2C444}" presName="desTx" presStyleLbl="revTx" presStyleIdx="1" presStyleCnt="6">
        <dgm:presLayoutVars/>
      </dgm:prSet>
      <dgm:spPr/>
    </dgm:pt>
    <dgm:pt modelId="{2AC130C0-2684-4F5A-A454-57F3E54861DD}" type="pres">
      <dgm:prSet presAssocID="{A695C6D2-8816-4CC5-A1F4-AC50CC62B364}" presName="sibTrans" presStyleCnt="0"/>
      <dgm:spPr/>
    </dgm:pt>
    <dgm:pt modelId="{7C7AFC45-5B37-4FD3-BC99-3C56696E8B3F}" type="pres">
      <dgm:prSet presAssocID="{77BA860B-4E6E-4804-9F93-31AF4370B386}" presName="compNode" presStyleCnt="0"/>
      <dgm:spPr/>
    </dgm:pt>
    <dgm:pt modelId="{7CD63E64-1713-4AE4-90E7-451AA96BBCB5}" type="pres">
      <dgm:prSet presAssocID="{77BA860B-4E6E-4804-9F93-31AF4370B3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peat"/>
        </a:ext>
      </dgm:extLst>
    </dgm:pt>
    <dgm:pt modelId="{A617FD7A-0A5D-40EA-8AEF-81EE487B762D}" type="pres">
      <dgm:prSet presAssocID="{77BA860B-4E6E-4804-9F93-31AF4370B386}" presName="iconSpace" presStyleCnt="0"/>
      <dgm:spPr/>
    </dgm:pt>
    <dgm:pt modelId="{998452CB-1C41-4A39-952C-78726A9C20AC}" type="pres">
      <dgm:prSet presAssocID="{77BA860B-4E6E-4804-9F93-31AF4370B386}" presName="parTx" presStyleLbl="revTx" presStyleIdx="2" presStyleCnt="6">
        <dgm:presLayoutVars>
          <dgm:chMax val="0"/>
          <dgm:chPref val="0"/>
        </dgm:presLayoutVars>
      </dgm:prSet>
      <dgm:spPr/>
    </dgm:pt>
    <dgm:pt modelId="{DC844681-F8CB-4670-873A-D264640A0D47}" type="pres">
      <dgm:prSet presAssocID="{77BA860B-4E6E-4804-9F93-31AF4370B386}" presName="txSpace" presStyleCnt="0"/>
      <dgm:spPr/>
    </dgm:pt>
    <dgm:pt modelId="{F7696670-8BCE-498F-8FAC-101657C419BB}" type="pres">
      <dgm:prSet presAssocID="{77BA860B-4E6E-4804-9F93-31AF4370B386}" presName="desTx" presStyleLbl="revTx" presStyleIdx="3" presStyleCnt="6">
        <dgm:presLayoutVars/>
      </dgm:prSet>
      <dgm:spPr/>
    </dgm:pt>
    <dgm:pt modelId="{49B58AA0-30CD-4897-9D70-9F7EC13F4F43}" type="pres">
      <dgm:prSet presAssocID="{B54DC816-CAB4-4127-B45E-6762A32DAAD8}" presName="sibTrans" presStyleCnt="0"/>
      <dgm:spPr/>
    </dgm:pt>
    <dgm:pt modelId="{11ED265F-506D-45B8-91AA-DB0F179E10ED}" type="pres">
      <dgm:prSet presAssocID="{729A718F-00AF-47F8-B257-6B00D04D7326}" presName="compNode" presStyleCnt="0"/>
      <dgm:spPr/>
    </dgm:pt>
    <dgm:pt modelId="{E7DCF488-79B5-4E47-83AC-E10F9F69AEA0}" type="pres">
      <dgm:prSet presAssocID="{729A718F-00AF-47F8-B257-6B00D04D732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lm tree"/>
        </a:ext>
      </dgm:extLst>
    </dgm:pt>
    <dgm:pt modelId="{976D5836-52EF-4716-A57E-60643BBF216E}" type="pres">
      <dgm:prSet presAssocID="{729A718F-00AF-47F8-B257-6B00D04D7326}" presName="iconSpace" presStyleCnt="0"/>
      <dgm:spPr/>
    </dgm:pt>
    <dgm:pt modelId="{9093C643-6303-4B24-9EF7-E898688512EE}" type="pres">
      <dgm:prSet presAssocID="{729A718F-00AF-47F8-B257-6B00D04D7326}" presName="parTx" presStyleLbl="revTx" presStyleIdx="4" presStyleCnt="6">
        <dgm:presLayoutVars>
          <dgm:chMax val="0"/>
          <dgm:chPref val="0"/>
        </dgm:presLayoutVars>
      </dgm:prSet>
      <dgm:spPr/>
    </dgm:pt>
    <dgm:pt modelId="{F327E878-54C6-4BB9-8A2D-2854E9057705}" type="pres">
      <dgm:prSet presAssocID="{729A718F-00AF-47F8-B257-6B00D04D7326}" presName="txSpace" presStyleCnt="0"/>
      <dgm:spPr/>
    </dgm:pt>
    <dgm:pt modelId="{84F69412-D9DD-41E9-BE74-226D18FE6241}" type="pres">
      <dgm:prSet presAssocID="{729A718F-00AF-47F8-B257-6B00D04D7326}" presName="desTx" presStyleLbl="revTx" presStyleIdx="5" presStyleCnt="6">
        <dgm:presLayoutVars/>
      </dgm:prSet>
      <dgm:spPr/>
    </dgm:pt>
  </dgm:ptLst>
  <dgm:cxnLst>
    <dgm:cxn modelId="{9AF35E09-B826-4B4E-8BBF-FA7651FD772C}" srcId="{2C9C5D18-594B-4587-8B7F-DBB85EE2C444}" destId="{E9E2055A-0379-4AB4-A593-537E35802DDA}" srcOrd="0" destOrd="0" parTransId="{FBA97B5C-EF48-4F56-A1F3-EFC23C24D430}" sibTransId="{C6441FB1-0279-4434-A646-3FF187BC8C27}"/>
    <dgm:cxn modelId="{75D3200A-17A4-447E-9994-19FB757FDF5D}" srcId="{729A718F-00AF-47F8-B257-6B00D04D7326}" destId="{F7F4C8C6-6D82-4E77-B25A-BDB55050F3D7}" srcOrd="0" destOrd="0" parTransId="{3DDD67E1-3F52-44A3-8AE2-47F6EA0C60DD}" sibTransId="{90F01890-059B-4F1D-AB91-D51086BDF538}"/>
    <dgm:cxn modelId="{04DD3318-AB1A-4048-AF87-9307941591F2}" type="presOf" srcId="{08A2B152-1E9B-48DF-B366-09C22DCA18B6}" destId="{F7696670-8BCE-498F-8FAC-101657C419BB}" srcOrd="0" destOrd="0" presId="urn:microsoft.com/office/officeart/2018/2/layout/IconLabelDescriptionList"/>
    <dgm:cxn modelId="{A8841A3D-6432-4326-83A6-83865499E82A}" type="presOf" srcId="{F7F4C8C6-6D82-4E77-B25A-BDB55050F3D7}" destId="{84F69412-D9DD-41E9-BE74-226D18FE6241}" srcOrd="0" destOrd="0" presId="urn:microsoft.com/office/officeart/2018/2/layout/IconLabelDescriptionList"/>
    <dgm:cxn modelId="{F4E15D6B-0D4E-4D3B-89BC-F0A13E9FC3D4}" srcId="{C7E224D6-E98C-41E3-81E2-346D3995FA1B}" destId="{729A718F-00AF-47F8-B257-6B00D04D7326}" srcOrd="2" destOrd="0" parTransId="{4D1189AD-DA34-4E7B-98F3-DCEEEAE1BD41}" sibTransId="{14A037A1-4DF7-4DCD-AF9F-EDB12C1396D5}"/>
    <dgm:cxn modelId="{9E7F7381-82DE-4140-8BDD-504E67595204}" type="presOf" srcId="{E9E2055A-0379-4AB4-A593-537E35802DDA}" destId="{7CE59EBC-62E7-4FF7-98D5-280DFCC1A2A6}" srcOrd="0" destOrd="0" presId="urn:microsoft.com/office/officeart/2018/2/layout/IconLabelDescriptionList"/>
    <dgm:cxn modelId="{1819FC85-3BFF-47D0-90C5-21DC9D0D6B10}" type="presOf" srcId="{729A718F-00AF-47F8-B257-6B00D04D7326}" destId="{9093C643-6303-4B24-9EF7-E898688512EE}" srcOrd="0" destOrd="0" presId="urn:microsoft.com/office/officeart/2018/2/layout/IconLabelDescriptionList"/>
    <dgm:cxn modelId="{A75BB188-EB7A-4EE6-9B9F-910D01A08665}" srcId="{C7E224D6-E98C-41E3-81E2-346D3995FA1B}" destId="{2C9C5D18-594B-4587-8B7F-DBB85EE2C444}" srcOrd="0" destOrd="0" parTransId="{DE7EF4F6-2211-4F8C-A42B-949657380AEC}" sibTransId="{A695C6D2-8816-4CC5-A1F4-AC50CC62B364}"/>
    <dgm:cxn modelId="{556BE28B-76EC-4D6E-9F36-1EA4D6BD0558}" srcId="{77BA860B-4E6E-4804-9F93-31AF4370B386}" destId="{08A2B152-1E9B-48DF-B366-09C22DCA18B6}" srcOrd="0" destOrd="0" parTransId="{284907F5-5E2A-4466-9460-2FFE5AA70156}" sibTransId="{6CA310A8-2A6C-4AF2-A7A7-F79F66C330A1}"/>
    <dgm:cxn modelId="{8B83668C-5E62-43D3-95BE-9BEF226020AD}" type="presOf" srcId="{77BA860B-4E6E-4804-9F93-31AF4370B386}" destId="{998452CB-1C41-4A39-952C-78726A9C20AC}" srcOrd="0" destOrd="0" presId="urn:microsoft.com/office/officeart/2018/2/layout/IconLabelDescriptionList"/>
    <dgm:cxn modelId="{E60777CE-7164-4937-8224-190ABF7B384B}" type="presOf" srcId="{C7E224D6-E98C-41E3-81E2-346D3995FA1B}" destId="{0B04BD89-F60C-4557-A3E4-B0EF5A14425F}" srcOrd="0" destOrd="0" presId="urn:microsoft.com/office/officeart/2018/2/layout/IconLabelDescriptionList"/>
    <dgm:cxn modelId="{76DCAAEA-B0B0-4762-8DF6-EBFA206EE41A}" type="presOf" srcId="{2C9C5D18-594B-4587-8B7F-DBB85EE2C444}" destId="{D6073AF3-B131-4434-B6DA-93F27B5F938B}" srcOrd="0" destOrd="0" presId="urn:microsoft.com/office/officeart/2018/2/layout/IconLabelDescriptionList"/>
    <dgm:cxn modelId="{FBB3A5EB-189D-4BDA-B015-ECD5618B7CA3}" srcId="{C7E224D6-E98C-41E3-81E2-346D3995FA1B}" destId="{77BA860B-4E6E-4804-9F93-31AF4370B386}" srcOrd="1" destOrd="0" parTransId="{B99089DB-207B-4C2C-8AF8-1D8376A1E6B3}" sibTransId="{B54DC816-CAB4-4127-B45E-6762A32DAAD8}"/>
    <dgm:cxn modelId="{BFFDFCE7-DD94-468E-8495-AAA97D577525}" type="presParOf" srcId="{0B04BD89-F60C-4557-A3E4-B0EF5A14425F}" destId="{846EA0D0-B095-4AF5-95A7-A76949667968}" srcOrd="0" destOrd="0" presId="urn:microsoft.com/office/officeart/2018/2/layout/IconLabelDescriptionList"/>
    <dgm:cxn modelId="{6353FFE5-EA83-4D68-A9AC-D72C1204E439}" type="presParOf" srcId="{846EA0D0-B095-4AF5-95A7-A76949667968}" destId="{FC57FE82-AB4C-4CDD-95DC-BAB0F1AA2483}" srcOrd="0" destOrd="0" presId="urn:microsoft.com/office/officeart/2018/2/layout/IconLabelDescriptionList"/>
    <dgm:cxn modelId="{6B8FBB08-43D7-47B1-B7A9-E26DA6C7A07A}" type="presParOf" srcId="{846EA0D0-B095-4AF5-95A7-A76949667968}" destId="{AED69AC8-EB57-4640-9991-257717F0090C}" srcOrd="1" destOrd="0" presId="urn:microsoft.com/office/officeart/2018/2/layout/IconLabelDescriptionList"/>
    <dgm:cxn modelId="{242EE4A5-D5BA-40D1-ACF4-C51FDB20EB0B}" type="presParOf" srcId="{846EA0D0-B095-4AF5-95A7-A76949667968}" destId="{D6073AF3-B131-4434-B6DA-93F27B5F938B}" srcOrd="2" destOrd="0" presId="urn:microsoft.com/office/officeart/2018/2/layout/IconLabelDescriptionList"/>
    <dgm:cxn modelId="{AE0A6954-1414-4091-9375-CFCA77C559E2}" type="presParOf" srcId="{846EA0D0-B095-4AF5-95A7-A76949667968}" destId="{F97E8026-C544-44DB-870E-1F654249BF00}" srcOrd="3" destOrd="0" presId="urn:microsoft.com/office/officeart/2018/2/layout/IconLabelDescriptionList"/>
    <dgm:cxn modelId="{50D41EF8-BBFD-4F28-8292-6B3B4B43F7E4}" type="presParOf" srcId="{846EA0D0-B095-4AF5-95A7-A76949667968}" destId="{7CE59EBC-62E7-4FF7-98D5-280DFCC1A2A6}" srcOrd="4" destOrd="0" presId="urn:microsoft.com/office/officeart/2018/2/layout/IconLabelDescriptionList"/>
    <dgm:cxn modelId="{23C7C6FC-5118-4830-882D-A0ADCADFCDCB}" type="presParOf" srcId="{0B04BD89-F60C-4557-A3E4-B0EF5A14425F}" destId="{2AC130C0-2684-4F5A-A454-57F3E54861DD}" srcOrd="1" destOrd="0" presId="urn:microsoft.com/office/officeart/2018/2/layout/IconLabelDescriptionList"/>
    <dgm:cxn modelId="{E31A1A93-E5B1-4379-B2F6-0A752A0DE997}" type="presParOf" srcId="{0B04BD89-F60C-4557-A3E4-B0EF5A14425F}" destId="{7C7AFC45-5B37-4FD3-BC99-3C56696E8B3F}" srcOrd="2" destOrd="0" presId="urn:microsoft.com/office/officeart/2018/2/layout/IconLabelDescriptionList"/>
    <dgm:cxn modelId="{1CF57C17-BDA5-46AE-B77E-93493EC95181}" type="presParOf" srcId="{7C7AFC45-5B37-4FD3-BC99-3C56696E8B3F}" destId="{7CD63E64-1713-4AE4-90E7-451AA96BBCB5}" srcOrd="0" destOrd="0" presId="urn:microsoft.com/office/officeart/2018/2/layout/IconLabelDescriptionList"/>
    <dgm:cxn modelId="{A73FF704-417C-4F17-B1E6-873AB51C9444}" type="presParOf" srcId="{7C7AFC45-5B37-4FD3-BC99-3C56696E8B3F}" destId="{A617FD7A-0A5D-40EA-8AEF-81EE487B762D}" srcOrd="1" destOrd="0" presId="urn:microsoft.com/office/officeart/2018/2/layout/IconLabelDescriptionList"/>
    <dgm:cxn modelId="{5ADF205E-A6D2-4700-9F29-C1EADC9E7136}" type="presParOf" srcId="{7C7AFC45-5B37-4FD3-BC99-3C56696E8B3F}" destId="{998452CB-1C41-4A39-952C-78726A9C20AC}" srcOrd="2" destOrd="0" presId="urn:microsoft.com/office/officeart/2018/2/layout/IconLabelDescriptionList"/>
    <dgm:cxn modelId="{91685AF6-9285-4823-A14B-18EF1D79AA44}" type="presParOf" srcId="{7C7AFC45-5B37-4FD3-BC99-3C56696E8B3F}" destId="{DC844681-F8CB-4670-873A-D264640A0D47}" srcOrd="3" destOrd="0" presId="urn:microsoft.com/office/officeart/2018/2/layout/IconLabelDescriptionList"/>
    <dgm:cxn modelId="{C9AEE1D0-1501-46E5-9606-12F1F8D06131}" type="presParOf" srcId="{7C7AFC45-5B37-4FD3-BC99-3C56696E8B3F}" destId="{F7696670-8BCE-498F-8FAC-101657C419BB}" srcOrd="4" destOrd="0" presId="urn:microsoft.com/office/officeart/2018/2/layout/IconLabelDescriptionList"/>
    <dgm:cxn modelId="{56C3642D-EF3D-4065-A076-C0A1E8014A26}" type="presParOf" srcId="{0B04BD89-F60C-4557-A3E4-B0EF5A14425F}" destId="{49B58AA0-30CD-4897-9D70-9F7EC13F4F43}" srcOrd="3" destOrd="0" presId="urn:microsoft.com/office/officeart/2018/2/layout/IconLabelDescriptionList"/>
    <dgm:cxn modelId="{4830062B-75F2-4554-A75F-3C7A6441FACF}" type="presParOf" srcId="{0B04BD89-F60C-4557-A3E4-B0EF5A14425F}" destId="{11ED265F-506D-45B8-91AA-DB0F179E10ED}" srcOrd="4" destOrd="0" presId="urn:microsoft.com/office/officeart/2018/2/layout/IconLabelDescriptionList"/>
    <dgm:cxn modelId="{135F4BE2-8018-497F-982E-97AC79BCC168}" type="presParOf" srcId="{11ED265F-506D-45B8-91AA-DB0F179E10ED}" destId="{E7DCF488-79B5-4E47-83AC-E10F9F69AEA0}" srcOrd="0" destOrd="0" presId="urn:microsoft.com/office/officeart/2018/2/layout/IconLabelDescriptionList"/>
    <dgm:cxn modelId="{BA82360D-B6FD-48D0-9805-174155F5AE54}" type="presParOf" srcId="{11ED265F-506D-45B8-91AA-DB0F179E10ED}" destId="{976D5836-52EF-4716-A57E-60643BBF216E}" srcOrd="1" destOrd="0" presId="urn:microsoft.com/office/officeart/2018/2/layout/IconLabelDescriptionList"/>
    <dgm:cxn modelId="{0735812D-62D4-4223-80F0-C6CD64750AF9}" type="presParOf" srcId="{11ED265F-506D-45B8-91AA-DB0F179E10ED}" destId="{9093C643-6303-4B24-9EF7-E898688512EE}" srcOrd="2" destOrd="0" presId="urn:microsoft.com/office/officeart/2018/2/layout/IconLabelDescriptionList"/>
    <dgm:cxn modelId="{8EB18A7A-7C08-4F17-A376-A42A965C89FA}" type="presParOf" srcId="{11ED265F-506D-45B8-91AA-DB0F179E10ED}" destId="{F327E878-54C6-4BB9-8A2D-2854E9057705}" srcOrd="3" destOrd="0" presId="urn:microsoft.com/office/officeart/2018/2/layout/IconLabelDescriptionList"/>
    <dgm:cxn modelId="{6B26C7ED-1417-4726-BB85-683056417F9E}" type="presParOf" srcId="{11ED265F-506D-45B8-91AA-DB0F179E10ED}" destId="{84F69412-D9DD-41E9-BE74-226D18FE6241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DF8E66B-D84E-4847-91F0-EBF5A371636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3346D65-CA16-48E4-B49F-640A848FE2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Unified API Access</a:t>
          </a:r>
        </a:p>
      </dgm:t>
    </dgm:pt>
    <dgm:pt modelId="{FE38F206-B191-4CB3-A3A2-3C4F2EB1E480}" type="parTrans" cxnId="{A8FE0671-365D-4A81-94E6-3DDBAF3339B5}">
      <dgm:prSet/>
      <dgm:spPr/>
      <dgm:t>
        <a:bodyPr/>
        <a:lstStyle/>
        <a:p>
          <a:endParaRPr lang="en-US"/>
        </a:p>
      </dgm:t>
    </dgm:pt>
    <dgm:pt modelId="{21CF7FC2-941E-47EA-A86F-8553C5751E8E}" type="sibTrans" cxnId="{A8FE0671-365D-4A81-94E6-3DDBAF3339B5}">
      <dgm:prSet/>
      <dgm:spPr/>
      <dgm:t>
        <a:bodyPr/>
        <a:lstStyle/>
        <a:p>
          <a:endParaRPr lang="en-US"/>
        </a:p>
      </dgm:t>
    </dgm:pt>
    <dgm:pt modelId="{029B7DA1-5D3D-4BD7-9EF8-518D8C93041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Unified APIs simplify device feature access across multiple device platforms.</a:t>
          </a:r>
          <a:endParaRPr lang="en-US"/>
        </a:p>
      </dgm:t>
    </dgm:pt>
    <dgm:pt modelId="{63B2DC7A-AA02-484D-934A-F88C8A85343C}" type="parTrans" cxnId="{EA037467-1A32-42D2-B15D-F856A6601881}">
      <dgm:prSet/>
      <dgm:spPr/>
      <dgm:t>
        <a:bodyPr/>
        <a:lstStyle/>
        <a:p>
          <a:endParaRPr lang="en-US"/>
        </a:p>
      </dgm:t>
    </dgm:pt>
    <dgm:pt modelId="{78A22931-BBB2-4DDE-A4EB-CD58F0DFCC7B}" type="sibTrans" cxnId="{EA037467-1A32-42D2-B15D-F856A6601881}">
      <dgm:prSet/>
      <dgm:spPr/>
      <dgm:t>
        <a:bodyPr/>
        <a:lstStyle/>
        <a:p>
          <a:endParaRPr lang="en-US"/>
        </a:p>
      </dgm:t>
    </dgm:pt>
    <dgm:pt modelId="{32243C32-70D8-4594-819F-0E0CFB3496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Sensors Integration</a:t>
          </a:r>
        </a:p>
      </dgm:t>
    </dgm:pt>
    <dgm:pt modelId="{6A3F32EC-09CC-4E91-8A3B-B23579B86DF0}" type="parTrans" cxnId="{FA97C3CC-0EB6-4787-812E-1116D00D6826}">
      <dgm:prSet/>
      <dgm:spPr/>
      <dgm:t>
        <a:bodyPr/>
        <a:lstStyle/>
        <a:p>
          <a:endParaRPr lang="en-US"/>
        </a:p>
      </dgm:t>
    </dgm:pt>
    <dgm:pt modelId="{1C79A363-D198-4D3C-893F-F995B7A55504}" type="sibTrans" cxnId="{FA97C3CC-0EB6-4787-812E-1116D00D6826}">
      <dgm:prSet/>
      <dgm:spPr/>
      <dgm:t>
        <a:bodyPr/>
        <a:lstStyle/>
        <a:p>
          <a:endParaRPr lang="en-US"/>
        </a:p>
      </dgm:t>
    </dgm:pt>
    <dgm:pt modelId="{CCA825FB-FAC9-4CE2-A24E-52A0219BBC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APIs enable consistent access to device sensors like accelerometers &amp; gyroscopes.</a:t>
          </a:r>
          <a:endParaRPr lang="en-US"/>
        </a:p>
      </dgm:t>
    </dgm:pt>
    <dgm:pt modelId="{8BC6161E-58F9-449A-8AFE-579BF8ECD7F4}" type="parTrans" cxnId="{8D5084B9-6F7A-44B5-A576-6832063FF475}">
      <dgm:prSet/>
      <dgm:spPr/>
      <dgm:t>
        <a:bodyPr/>
        <a:lstStyle/>
        <a:p>
          <a:endParaRPr lang="en-US"/>
        </a:p>
      </dgm:t>
    </dgm:pt>
    <dgm:pt modelId="{9C1F51E7-10D1-4F7D-8E27-DB26B8AD7060}" type="sibTrans" cxnId="{8D5084B9-6F7A-44B5-A576-6832063FF475}">
      <dgm:prSet/>
      <dgm:spPr/>
      <dgm:t>
        <a:bodyPr/>
        <a:lstStyle/>
        <a:p>
          <a:endParaRPr lang="en-US"/>
        </a:p>
      </dgm:t>
    </dgm:pt>
    <dgm:pt modelId="{26258F4B-058F-4975-97EA-11E5809B00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Camera and Storage</a:t>
          </a:r>
        </a:p>
      </dgm:t>
    </dgm:pt>
    <dgm:pt modelId="{32F82C14-679E-4BAA-904A-721794615784}" type="parTrans" cxnId="{3103B1C7-2341-439C-9029-A3686129290D}">
      <dgm:prSet/>
      <dgm:spPr/>
      <dgm:t>
        <a:bodyPr/>
        <a:lstStyle/>
        <a:p>
          <a:endParaRPr lang="en-US"/>
        </a:p>
      </dgm:t>
    </dgm:pt>
    <dgm:pt modelId="{432901C9-AC6F-4AB0-94ED-5F862BBE0F6D}" type="sibTrans" cxnId="{3103B1C7-2341-439C-9029-A3686129290D}">
      <dgm:prSet/>
      <dgm:spPr/>
      <dgm:t>
        <a:bodyPr/>
        <a:lstStyle/>
        <a:p>
          <a:endParaRPr lang="en-US"/>
        </a:p>
      </dgm:t>
    </dgm:pt>
    <dgm:pt modelId="{0BFF355F-619B-4F07-8180-5C5C85CC37F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Support for camera use &amp; file management is streamlined via unified APIs.</a:t>
          </a:r>
          <a:endParaRPr lang="en-US"/>
        </a:p>
      </dgm:t>
    </dgm:pt>
    <dgm:pt modelId="{5E3E0130-A234-4C9D-91AD-D54209BC47DC}" type="parTrans" cxnId="{D1ECFF6F-8E91-4136-A061-E17445E9EC02}">
      <dgm:prSet/>
      <dgm:spPr/>
      <dgm:t>
        <a:bodyPr/>
        <a:lstStyle/>
        <a:p>
          <a:endParaRPr lang="en-US"/>
        </a:p>
      </dgm:t>
    </dgm:pt>
    <dgm:pt modelId="{C73B1C37-4F92-4DF9-815E-B6EFD670FDC4}" type="sibTrans" cxnId="{D1ECFF6F-8E91-4136-A061-E17445E9EC02}">
      <dgm:prSet/>
      <dgm:spPr/>
      <dgm:t>
        <a:bodyPr/>
        <a:lstStyle/>
        <a:p>
          <a:endParaRPr lang="en-US"/>
        </a:p>
      </dgm:t>
    </dgm:pt>
    <dgm:pt modelId="{57C59967-E05B-4B54-AE80-99731C55BE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Demo – View the Device Platform docs</a:t>
          </a:r>
        </a:p>
      </dgm:t>
    </dgm:pt>
    <dgm:pt modelId="{24594D8A-8329-4C9C-AD0A-457D0A804D9D}" type="parTrans" cxnId="{2957731B-6113-4A28-BA0E-4FC3165974DC}">
      <dgm:prSet/>
      <dgm:spPr/>
      <dgm:t>
        <a:bodyPr/>
        <a:lstStyle/>
        <a:p>
          <a:endParaRPr lang="en-US"/>
        </a:p>
      </dgm:t>
    </dgm:pt>
    <dgm:pt modelId="{44F1F3A6-6702-4B6E-B388-C1BD525585CC}" type="sibTrans" cxnId="{2957731B-6113-4A28-BA0E-4FC3165974DC}">
      <dgm:prSet/>
      <dgm:spPr/>
      <dgm:t>
        <a:bodyPr/>
        <a:lstStyle/>
        <a:p>
          <a:endParaRPr lang="en-US"/>
        </a:p>
      </dgm:t>
    </dgm:pt>
    <dgm:pt modelId="{DCBC9122-629A-462C-8F4D-2C15AA28CD52}" type="pres">
      <dgm:prSet presAssocID="{BDF8E66B-D84E-4847-91F0-EBF5A371636B}" presName="root" presStyleCnt="0">
        <dgm:presLayoutVars>
          <dgm:dir/>
          <dgm:resizeHandles val="exact"/>
        </dgm:presLayoutVars>
      </dgm:prSet>
      <dgm:spPr/>
    </dgm:pt>
    <dgm:pt modelId="{2DAF148E-6DB0-4A27-BF60-129C5F2C56B4}" type="pres">
      <dgm:prSet presAssocID="{A3346D65-CA16-48E4-B49F-640A848FE2E9}" presName="compNode" presStyleCnt="0"/>
      <dgm:spPr/>
    </dgm:pt>
    <dgm:pt modelId="{F399BB9E-55F3-47E7-ADC1-377745AB12C8}" type="pres">
      <dgm:prSet presAssocID="{A3346D65-CA16-48E4-B49F-640A848FE2E9}" presName="bgRect" presStyleLbl="bgShp" presStyleIdx="0" presStyleCnt="4"/>
      <dgm:spPr/>
    </dgm:pt>
    <dgm:pt modelId="{AA18D85D-2029-47A6-B93D-83F13C201C8F}" type="pres">
      <dgm:prSet presAssocID="{A3346D65-CA16-48E4-B49F-640A848FE2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C26C78D2-A1ED-440A-A8B2-DE37E423E1D6}" type="pres">
      <dgm:prSet presAssocID="{A3346D65-CA16-48E4-B49F-640A848FE2E9}" presName="spaceRect" presStyleCnt="0"/>
      <dgm:spPr/>
    </dgm:pt>
    <dgm:pt modelId="{E643677A-524E-4D33-901F-71E5000CD7EB}" type="pres">
      <dgm:prSet presAssocID="{A3346D65-CA16-48E4-B49F-640A848FE2E9}" presName="parTx" presStyleLbl="revTx" presStyleIdx="0" presStyleCnt="7">
        <dgm:presLayoutVars>
          <dgm:chMax val="0"/>
          <dgm:chPref val="0"/>
        </dgm:presLayoutVars>
      </dgm:prSet>
      <dgm:spPr/>
    </dgm:pt>
    <dgm:pt modelId="{4C24321A-53AD-442F-BCE0-ADB65DACF6FB}" type="pres">
      <dgm:prSet presAssocID="{A3346D65-CA16-48E4-B49F-640A848FE2E9}" presName="desTx" presStyleLbl="revTx" presStyleIdx="1" presStyleCnt="7">
        <dgm:presLayoutVars/>
      </dgm:prSet>
      <dgm:spPr/>
    </dgm:pt>
    <dgm:pt modelId="{CABE2BFB-1901-40AD-8947-51E3B1E3AD40}" type="pres">
      <dgm:prSet presAssocID="{21CF7FC2-941E-47EA-A86F-8553C5751E8E}" presName="sibTrans" presStyleCnt="0"/>
      <dgm:spPr/>
    </dgm:pt>
    <dgm:pt modelId="{CDE1BBDD-7393-4B19-B007-EC2F216530F5}" type="pres">
      <dgm:prSet presAssocID="{32243C32-70D8-4594-819F-0E0CFB349686}" presName="compNode" presStyleCnt="0"/>
      <dgm:spPr/>
    </dgm:pt>
    <dgm:pt modelId="{8260EC85-AC1C-4E86-81DE-3AB0A812A879}" type="pres">
      <dgm:prSet presAssocID="{32243C32-70D8-4594-819F-0E0CFB349686}" presName="bgRect" presStyleLbl="bgShp" presStyleIdx="1" presStyleCnt="4"/>
      <dgm:spPr/>
    </dgm:pt>
    <dgm:pt modelId="{D46C6CA0-6CAC-4A8D-BC8D-B380ABBA06B0}" type="pres">
      <dgm:prSet presAssocID="{32243C32-70D8-4594-819F-0E0CFB34968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2C2CAF58-4B98-4AF7-B6C9-8FD58255F7B7}" type="pres">
      <dgm:prSet presAssocID="{32243C32-70D8-4594-819F-0E0CFB349686}" presName="spaceRect" presStyleCnt="0"/>
      <dgm:spPr/>
    </dgm:pt>
    <dgm:pt modelId="{E00D6017-1D51-4099-82EC-C7CF1ABB3E6A}" type="pres">
      <dgm:prSet presAssocID="{32243C32-70D8-4594-819F-0E0CFB349686}" presName="parTx" presStyleLbl="revTx" presStyleIdx="2" presStyleCnt="7">
        <dgm:presLayoutVars>
          <dgm:chMax val="0"/>
          <dgm:chPref val="0"/>
        </dgm:presLayoutVars>
      </dgm:prSet>
      <dgm:spPr/>
    </dgm:pt>
    <dgm:pt modelId="{2587E735-A66E-449C-ADDD-955A33C7D2BE}" type="pres">
      <dgm:prSet presAssocID="{32243C32-70D8-4594-819F-0E0CFB349686}" presName="desTx" presStyleLbl="revTx" presStyleIdx="3" presStyleCnt="7">
        <dgm:presLayoutVars/>
      </dgm:prSet>
      <dgm:spPr/>
    </dgm:pt>
    <dgm:pt modelId="{928ED436-2D02-4ED4-B96E-1E6B8C34D70D}" type="pres">
      <dgm:prSet presAssocID="{1C79A363-D198-4D3C-893F-F995B7A55504}" presName="sibTrans" presStyleCnt="0"/>
      <dgm:spPr/>
    </dgm:pt>
    <dgm:pt modelId="{76B1EFE4-604E-41DB-AFD9-8C5198D742F3}" type="pres">
      <dgm:prSet presAssocID="{26258F4B-058F-4975-97EA-11E5809B008D}" presName="compNode" presStyleCnt="0"/>
      <dgm:spPr/>
    </dgm:pt>
    <dgm:pt modelId="{8698D601-99CD-4348-BC4B-10D3780DDE3C}" type="pres">
      <dgm:prSet presAssocID="{26258F4B-058F-4975-97EA-11E5809B008D}" presName="bgRect" presStyleLbl="bgShp" presStyleIdx="2" presStyleCnt="4"/>
      <dgm:spPr/>
    </dgm:pt>
    <dgm:pt modelId="{9803536D-D498-4575-A16B-CCB757234E24}" type="pres">
      <dgm:prSet presAssocID="{26258F4B-058F-4975-97EA-11E5809B008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cam"/>
        </a:ext>
      </dgm:extLst>
    </dgm:pt>
    <dgm:pt modelId="{38A6EEF9-AD13-442D-B599-8D6531057187}" type="pres">
      <dgm:prSet presAssocID="{26258F4B-058F-4975-97EA-11E5809B008D}" presName="spaceRect" presStyleCnt="0"/>
      <dgm:spPr/>
    </dgm:pt>
    <dgm:pt modelId="{4AF06563-29AE-4308-89C2-3AF4A8459932}" type="pres">
      <dgm:prSet presAssocID="{26258F4B-058F-4975-97EA-11E5809B008D}" presName="parTx" presStyleLbl="revTx" presStyleIdx="4" presStyleCnt="7">
        <dgm:presLayoutVars>
          <dgm:chMax val="0"/>
          <dgm:chPref val="0"/>
        </dgm:presLayoutVars>
      </dgm:prSet>
      <dgm:spPr/>
    </dgm:pt>
    <dgm:pt modelId="{2E31FEB5-B2BA-4105-A83D-3CE298A34B85}" type="pres">
      <dgm:prSet presAssocID="{26258F4B-058F-4975-97EA-11E5809B008D}" presName="desTx" presStyleLbl="revTx" presStyleIdx="5" presStyleCnt="7">
        <dgm:presLayoutVars/>
      </dgm:prSet>
      <dgm:spPr/>
    </dgm:pt>
    <dgm:pt modelId="{4E0ED34D-6E0A-4B96-83EF-0F8AD686047F}" type="pres">
      <dgm:prSet presAssocID="{432901C9-AC6F-4AB0-94ED-5F862BBE0F6D}" presName="sibTrans" presStyleCnt="0"/>
      <dgm:spPr/>
    </dgm:pt>
    <dgm:pt modelId="{611F7921-5FED-4030-A3D5-C7C18D59383A}" type="pres">
      <dgm:prSet presAssocID="{57C59967-E05B-4B54-AE80-99731C55BEA1}" presName="compNode" presStyleCnt="0"/>
      <dgm:spPr/>
    </dgm:pt>
    <dgm:pt modelId="{3FA6EC3A-E631-4EFA-80CB-868CF8929549}" type="pres">
      <dgm:prSet presAssocID="{57C59967-E05B-4B54-AE80-99731C55BEA1}" presName="bgRect" presStyleLbl="bgShp" presStyleIdx="3" presStyleCnt="4"/>
      <dgm:spPr/>
    </dgm:pt>
    <dgm:pt modelId="{3A05DF32-BB57-4B5B-84B4-1ABD15F412AA}" type="pres">
      <dgm:prSet presAssocID="{57C59967-E05B-4B54-AE80-99731C55BEA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3691169A-C2A0-4733-A9B4-04FAD8760EA8}" type="pres">
      <dgm:prSet presAssocID="{57C59967-E05B-4B54-AE80-99731C55BEA1}" presName="spaceRect" presStyleCnt="0"/>
      <dgm:spPr/>
    </dgm:pt>
    <dgm:pt modelId="{CF93FC02-4309-4009-9225-A7103AAC525F}" type="pres">
      <dgm:prSet presAssocID="{57C59967-E05B-4B54-AE80-99731C55BEA1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2EBB4505-9DEF-4233-A6A8-2D45FE84229E}" type="presOf" srcId="{A3346D65-CA16-48E4-B49F-640A848FE2E9}" destId="{E643677A-524E-4D33-901F-71E5000CD7EB}" srcOrd="0" destOrd="0" presId="urn:microsoft.com/office/officeart/2018/2/layout/IconVerticalSolidList"/>
    <dgm:cxn modelId="{2957731B-6113-4A28-BA0E-4FC3165974DC}" srcId="{BDF8E66B-D84E-4847-91F0-EBF5A371636B}" destId="{57C59967-E05B-4B54-AE80-99731C55BEA1}" srcOrd="3" destOrd="0" parTransId="{24594D8A-8329-4C9C-AD0A-457D0A804D9D}" sibTransId="{44F1F3A6-6702-4B6E-B388-C1BD525585CC}"/>
    <dgm:cxn modelId="{514D4524-BCAD-4925-80C9-2A61F5698CD8}" type="presOf" srcId="{57C59967-E05B-4B54-AE80-99731C55BEA1}" destId="{CF93FC02-4309-4009-9225-A7103AAC525F}" srcOrd="0" destOrd="0" presId="urn:microsoft.com/office/officeart/2018/2/layout/IconVerticalSolidList"/>
    <dgm:cxn modelId="{6D857139-9959-476E-B8D2-723C1A09924E}" type="presOf" srcId="{32243C32-70D8-4594-819F-0E0CFB349686}" destId="{E00D6017-1D51-4099-82EC-C7CF1ABB3E6A}" srcOrd="0" destOrd="0" presId="urn:microsoft.com/office/officeart/2018/2/layout/IconVerticalSolidList"/>
    <dgm:cxn modelId="{EA037467-1A32-42D2-B15D-F856A6601881}" srcId="{A3346D65-CA16-48E4-B49F-640A848FE2E9}" destId="{029B7DA1-5D3D-4BD7-9EF8-518D8C930410}" srcOrd="0" destOrd="0" parTransId="{63B2DC7A-AA02-484D-934A-F88C8A85343C}" sibTransId="{78A22931-BBB2-4DDE-A4EB-CD58F0DFCC7B}"/>
    <dgm:cxn modelId="{D1ECFF6F-8E91-4136-A061-E17445E9EC02}" srcId="{26258F4B-058F-4975-97EA-11E5809B008D}" destId="{0BFF355F-619B-4F07-8180-5C5C85CC37FF}" srcOrd="0" destOrd="0" parTransId="{5E3E0130-A234-4C9D-91AD-D54209BC47DC}" sibTransId="{C73B1C37-4F92-4DF9-815E-B6EFD670FDC4}"/>
    <dgm:cxn modelId="{A8FE0671-365D-4A81-94E6-3DDBAF3339B5}" srcId="{BDF8E66B-D84E-4847-91F0-EBF5A371636B}" destId="{A3346D65-CA16-48E4-B49F-640A848FE2E9}" srcOrd="0" destOrd="0" parTransId="{FE38F206-B191-4CB3-A3A2-3C4F2EB1E480}" sibTransId="{21CF7FC2-941E-47EA-A86F-8553C5751E8E}"/>
    <dgm:cxn modelId="{7FB2909C-4230-4E99-A7A7-E1184F31FA46}" type="presOf" srcId="{0BFF355F-619B-4F07-8180-5C5C85CC37FF}" destId="{2E31FEB5-B2BA-4105-A83D-3CE298A34B85}" srcOrd="0" destOrd="0" presId="urn:microsoft.com/office/officeart/2018/2/layout/IconVerticalSolidList"/>
    <dgm:cxn modelId="{8D5084B9-6F7A-44B5-A576-6832063FF475}" srcId="{32243C32-70D8-4594-819F-0E0CFB349686}" destId="{CCA825FB-FAC9-4CE2-A24E-52A0219BBC44}" srcOrd="0" destOrd="0" parTransId="{8BC6161E-58F9-449A-8AFE-579BF8ECD7F4}" sibTransId="{9C1F51E7-10D1-4F7D-8E27-DB26B8AD7060}"/>
    <dgm:cxn modelId="{2DB445BC-5F7F-4E25-801E-001ADB1575F2}" type="presOf" srcId="{BDF8E66B-D84E-4847-91F0-EBF5A371636B}" destId="{DCBC9122-629A-462C-8F4D-2C15AA28CD52}" srcOrd="0" destOrd="0" presId="urn:microsoft.com/office/officeart/2018/2/layout/IconVerticalSolidList"/>
    <dgm:cxn modelId="{3103B1C7-2341-439C-9029-A3686129290D}" srcId="{BDF8E66B-D84E-4847-91F0-EBF5A371636B}" destId="{26258F4B-058F-4975-97EA-11E5809B008D}" srcOrd="2" destOrd="0" parTransId="{32F82C14-679E-4BAA-904A-721794615784}" sibTransId="{432901C9-AC6F-4AB0-94ED-5F862BBE0F6D}"/>
    <dgm:cxn modelId="{FA97C3CC-0EB6-4787-812E-1116D00D6826}" srcId="{BDF8E66B-D84E-4847-91F0-EBF5A371636B}" destId="{32243C32-70D8-4594-819F-0E0CFB349686}" srcOrd="1" destOrd="0" parTransId="{6A3F32EC-09CC-4E91-8A3B-B23579B86DF0}" sibTransId="{1C79A363-D198-4D3C-893F-F995B7A55504}"/>
    <dgm:cxn modelId="{352BB0E7-C487-48C8-8030-1CB5F030EA8F}" type="presOf" srcId="{029B7DA1-5D3D-4BD7-9EF8-518D8C930410}" destId="{4C24321A-53AD-442F-BCE0-ADB65DACF6FB}" srcOrd="0" destOrd="0" presId="urn:microsoft.com/office/officeart/2018/2/layout/IconVerticalSolidList"/>
    <dgm:cxn modelId="{6C786AF2-0E6E-42F7-BFE0-0CCA5200C728}" type="presOf" srcId="{CCA825FB-FAC9-4CE2-A24E-52A0219BBC44}" destId="{2587E735-A66E-449C-ADDD-955A33C7D2BE}" srcOrd="0" destOrd="0" presId="urn:microsoft.com/office/officeart/2018/2/layout/IconVerticalSolidList"/>
    <dgm:cxn modelId="{1246ABFC-8C61-4FA7-835A-096B4A269FEB}" type="presOf" srcId="{26258F4B-058F-4975-97EA-11E5809B008D}" destId="{4AF06563-29AE-4308-89C2-3AF4A8459932}" srcOrd="0" destOrd="0" presId="urn:microsoft.com/office/officeart/2018/2/layout/IconVerticalSolidList"/>
    <dgm:cxn modelId="{82A4B518-13E1-410D-B65D-119EC9D173D7}" type="presParOf" srcId="{DCBC9122-629A-462C-8F4D-2C15AA28CD52}" destId="{2DAF148E-6DB0-4A27-BF60-129C5F2C56B4}" srcOrd="0" destOrd="0" presId="urn:microsoft.com/office/officeart/2018/2/layout/IconVerticalSolidList"/>
    <dgm:cxn modelId="{56541496-A658-480B-96E3-6DBBB1EDB6A9}" type="presParOf" srcId="{2DAF148E-6DB0-4A27-BF60-129C5F2C56B4}" destId="{F399BB9E-55F3-47E7-ADC1-377745AB12C8}" srcOrd="0" destOrd="0" presId="urn:microsoft.com/office/officeart/2018/2/layout/IconVerticalSolidList"/>
    <dgm:cxn modelId="{2892631D-11FD-455E-B086-76348EB907B9}" type="presParOf" srcId="{2DAF148E-6DB0-4A27-BF60-129C5F2C56B4}" destId="{AA18D85D-2029-47A6-B93D-83F13C201C8F}" srcOrd="1" destOrd="0" presId="urn:microsoft.com/office/officeart/2018/2/layout/IconVerticalSolidList"/>
    <dgm:cxn modelId="{2BD483B0-0986-4AAB-A96A-02728B88A506}" type="presParOf" srcId="{2DAF148E-6DB0-4A27-BF60-129C5F2C56B4}" destId="{C26C78D2-A1ED-440A-A8B2-DE37E423E1D6}" srcOrd="2" destOrd="0" presId="urn:microsoft.com/office/officeart/2018/2/layout/IconVerticalSolidList"/>
    <dgm:cxn modelId="{70CCA810-1B2C-44C2-A868-D70509E4F02F}" type="presParOf" srcId="{2DAF148E-6DB0-4A27-BF60-129C5F2C56B4}" destId="{E643677A-524E-4D33-901F-71E5000CD7EB}" srcOrd="3" destOrd="0" presId="urn:microsoft.com/office/officeart/2018/2/layout/IconVerticalSolidList"/>
    <dgm:cxn modelId="{228EDE4C-120A-4148-8C6D-A1433C494FB7}" type="presParOf" srcId="{2DAF148E-6DB0-4A27-BF60-129C5F2C56B4}" destId="{4C24321A-53AD-442F-BCE0-ADB65DACF6FB}" srcOrd="4" destOrd="0" presId="urn:microsoft.com/office/officeart/2018/2/layout/IconVerticalSolidList"/>
    <dgm:cxn modelId="{9AA8E6ED-5385-475D-B322-925302FE421D}" type="presParOf" srcId="{DCBC9122-629A-462C-8F4D-2C15AA28CD52}" destId="{CABE2BFB-1901-40AD-8947-51E3B1E3AD40}" srcOrd="1" destOrd="0" presId="urn:microsoft.com/office/officeart/2018/2/layout/IconVerticalSolidList"/>
    <dgm:cxn modelId="{F7FDE1C8-2FA9-4082-A3EC-81200CB71791}" type="presParOf" srcId="{DCBC9122-629A-462C-8F4D-2C15AA28CD52}" destId="{CDE1BBDD-7393-4B19-B007-EC2F216530F5}" srcOrd="2" destOrd="0" presId="urn:microsoft.com/office/officeart/2018/2/layout/IconVerticalSolidList"/>
    <dgm:cxn modelId="{8D738B46-2263-4C75-BE8D-6CDDA5D3E424}" type="presParOf" srcId="{CDE1BBDD-7393-4B19-B007-EC2F216530F5}" destId="{8260EC85-AC1C-4E86-81DE-3AB0A812A879}" srcOrd="0" destOrd="0" presId="urn:microsoft.com/office/officeart/2018/2/layout/IconVerticalSolidList"/>
    <dgm:cxn modelId="{4464EFA6-B1B9-4C5A-8BD8-90059834DA4B}" type="presParOf" srcId="{CDE1BBDD-7393-4B19-B007-EC2F216530F5}" destId="{D46C6CA0-6CAC-4A8D-BC8D-B380ABBA06B0}" srcOrd="1" destOrd="0" presId="urn:microsoft.com/office/officeart/2018/2/layout/IconVerticalSolidList"/>
    <dgm:cxn modelId="{712C9C91-86A5-4DF9-8006-84740653D09D}" type="presParOf" srcId="{CDE1BBDD-7393-4B19-B007-EC2F216530F5}" destId="{2C2CAF58-4B98-4AF7-B6C9-8FD58255F7B7}" srcOrd="2" destOrd="0" presId="urn:microsoft.com/office/officeart/2018/2/layout/IconVerticalSolidList"/>
    <dgm:cxn modelId="{5A1D95C2-E7A1-4D69-A6F7-340E94259806}" type="presParOf" srcId="{CDE1BBDD-7393-4B19-B007-EC2F216530F5}" destId="{E00D6017-1D51-4099-82EC-C7CF1ABB3E6A}" srcOrd="3" destOrd="0" presId="urn:microsoft.com/office/officeart/2018/2/layout/IconVerticalSolidList"/>
    <dgm:cxn modelId="{71C6AD3A-F861-4176-9784-2BA88A41F2C2}" type="presParOf" srcId="{CDE1BBDD-7393-4B19-B007-EC2F216530F5}" destId="{2587E735-A66E-449C-ADDD-955A33C7D2BE}" srcOrd="4" destOrd="0" presId="urn:microsoft.com/office/officeart/2018/2/layout/IconVerticalSolidList"/>
    <dgm:cxn modelId="{8D6F88BC-8BE6-492B-894D-25756E082E0A}" type="presParOf" srcId="{DCBC9122-629A-462C-8F4D-2C15AA28CD52}" destId="{928ED436-2D02-4ED4-B96E-1E6B8C34D70D}" srcOrd="3" destOrd="0" presId="urn:microsoft.com/office/officeart/2018/2/layout/IconVerticalSolidList"/>
    <dgm:cxn modelId="{AE1F1A02-CAC5-4B8D-B340-9D43BE8110B8}" type="presParOf" srcId="{DCBC9122-629A-462C-8F4D-2C15AA28CD52}" destId="{76B1EFE4-604E-41DB-AFD9-8C5198D742F3}" srcOrd="4" destOrd="0" presId="urn:microsoft.com/office/officeart/2018/2/layout/IconVerticalSolidList"/>
    <dgm:cxn modelId="{458E7851-E296-4F85-A2AE-649D8CA4ACB3}" type="presParOf" srcId="{76B1EFE4-604E-41DB-AFD9-8C5198D742F3}" destId="{8698D601-99CD-4348-BC4B-10D3780DDE3C}" srcOrd="0" destOrd="0" presId="urn:microsoft.com/office/officeart/2018/2/layout/IconVerticalSolidList"/>
    <dgm:cxn modelId="{98BEE2E1-7FFB-46C9-81EA-B5DAB07665DF}" type="presParOf" srcId="{76B1EFE4-604E-41DB-AFD9-8C5198D742F3}" destId="{9803536D-D498-4575-A16B-CCB757234E24}" srcOrd="1" destOrd="0" presId="urn:microsoft.com/office/officeart/2018/2/layout/IconVerticalSolidList"/>
    <dgm:cxn modelId="{48737855-8EED-4993-9843-82CE86745D94}" type="presParOf" srcId="{76B1EFE4-604E-41DB-AFD9-8C5198D742F3}" destId="{38A6EEF9-AD13-442D-B599-8D6531057187}" srcOrd="2" destOrd="0" presId="urn:microsoft.com/office/officeart/2018/2/layout/IconVerticalSolidList"/>
    <dgm:cxn modelId="{23C7ABE3-BE84-4372-976F-688E94379298}" type="presParOf" srcId="{76B1EFE4-604E-41DB-AFD9-8C5198D742F3}" destId="{4AF06563-29AE-4308-89C2-3AF4A8459932}" srcOrd="3" destOrd="0" presId="urn:microsoft.com/office/officeart/2018/2/layout/IconVerticalSolidList"/>
    <dgm:cxn modelId="{5FBD9097-0ED8-42C4-9F36-D57D77124140}" type="presParOf" srcId="{76B1EFE4-604E-41DB-AFD9-8C5198D742F3}" destId="{2E31FEB5-B2BA-4105-A83D-3CE298A34B85}" srcOrd="4" destOrd="0" presId="urn:microsoft.com/office/officeart/2018/2/layout/IconVerticalSolidList"/>
    <dgm:cxn modelId="{6090D70C-9F9D-45F0-990C-1799635B49F5}" type="presParOf" srcId="{DCBC9122-629A-462C-8F4D-2C15AA28CD52}" destId="{4E0ED34D-6E0A-4B96-83EF-0F8AD686047F}" srcOrd="5" destOrd="0" presId="urn:microsoft.com/office/officeart/2018/2/layout/IconVerticalSolidList"/>
    <dgm:cxn modelId="{AC5691EE-845A-48A4-BC5C-50E21234DC14}" type="presParOf" srcId="{DCBC9122-629A-462C-8F4D-2C15AA28CD52}" destId="{611F7921-5FED-4030-A3D5-C7C18D59383A}" srcOrd="6" destOrd="0" presId="urn:microsoft.com/office/officeart/2018/2/layout/IconVerticalSolidList"/>
    <dgm:cxn modelId="{A1D38534-7DAC-4602-B22B-4938B220A056}" type="presParOf" srcId="{611F7921-5FED-4030-A3D5-C7C18D59383A}" destId="{3FA6EC3A-E631-4EFA-80CB-868CF8929549}" srcOrd="0" destOrd="0" presId="urn:microsoft.com/office/officeart/2018/2/layout/IconVerticalSolidList"/>
    <dgm:cxn modelId="{1E8B3FD1-29A4-4014-80BD-3D0021D35DF5}" type="presParOf" srcId="{611F7921-5FED-4030-A3D5-C7C18D59383A}" destId="{3A05DF32-BB57-4B5B-84B4-1ABD15F412AA}" srcOrd="1" destOrd="0" presId="urn:microsoft.com/office/officeart/2018/2/layout/IconVerticalSolidList"/>
    <dgm:cxn modelId="{26A2AB12-066A-4554-9877-AD0B38704671}" type="presParOf" srcId="{611F7921-5FED-4030-A3D5-C7C18D59383A}" destId="{3691169A-C2A0-4733-A9B4-04FAD8760EA8}" srcOrd="2" destOrd="0" presId="urn:microsoft.com/office/officeart/2018/2/layout/IconVerticalSolidList"/>
    <dgm:cxn modelId="{F351CDE9-F22C-4CCA-8EB9-C2237D9EC684}" type="presParOf" srcId="{611F7921-5FED-4030-A3D5-C7C18D59383A}" destId="{CF93FC02-4309-4009-9225-A7103AAC525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592EDE-0473-4DEF-A612-D31396FC64D6}">
      <dsp:nvSpPr>
        <dsp:cNvPr id="0" name=""/>
        <dsp:cNvSpPr/>
      </dsp:nvSpPr>
      <dsp:spPr>
        <a:xfrm>
          <a:off x="523116" y="112748"/>
          <a:ext cx="556120" cy="5561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C9E83A-86E6-4EAF-966A-C17701C6FBFA}">
      <dsp:nvSpPr>
        <dsp:cNvPr id="0" name=""/>
        <dsp:cNvSpPr/>
      </dsp:nvSpPr>
      <dsp:spPr>
        <a:xfrm>
          <a:off x="6719" y="779246"/>
          <a:ext cx="1588915" cy="745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Software industry for nearly 30 years</a:t>
          </a:r>
        </a:p>
      </dsp:txBody>
      <dsp:txXfrm>
        <a:off x="6719" y="779246"/>
        <a:ext cx="1588915" cy="745435"/>
      </dsp:txXfrm>
    </dsp:sp>
    <dsp:sp modelId="{FEF567E7-7A7D-43F0-8C85-538C2D4E257C}">
      <dsp:nvSpPr>
        <dsp:cNvPr id="0" name=""/>
        <dsp:cNvSpPr/>
      </dsp:nvSpPr>
      <dsp:spPr>
        <a:xfrm>
          <a:off x="6719" y="1576020"/>
          <a:ext cx="1588915" cy="1103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Started programming in 1995 (VB 3 &amp; Microsoft Access)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Content developer at Microsoft since 2022</a:t>
          </a:r>
          <a:endParaRPr lang="en-US" sz="1100" kern="1200"/>
        </a:p>
      </dsp:txBody>
      <dsp:txXfrm>
        <a:off x="6719" y="1576020"/>
        <a:ext cx="1588915" cy="1103652"/>
      </dsp:txXfrm>
    </dsp:sp>
    <dsp:sp modelId="{6A8BC65D-5FAB-4FBC-ADA8-EEFCD4F71B46}">
      <dsp:nvSpPr>
        <dsp:cNvPr id="0" name=""/>
        <dsp:cNvSpPr/>
      </dsp:nvSpPr>
      <dsp:spPr>
        <a:xfrm>
          <a:off x="2390092" y="112748"/>
          <a:ext cx="556120" cy="5561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CE5D06-D02E-43AA-AFFF-05CBD7E93B82}">
      <dsp:nvSpPr>
        <dsp:cNvPr id="0" name=""/>
        <dsp:cNvSpPr/>
      </dsp:nvSpPr>
      <dsp:spPr>
        <a:xfrm>
          <a:off x="1873694" y="779246"/>
          <a:ext cx="1588915" cy="745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Morning Dew link blog</a:t>
          </a:r>
        </a:p>
      </dsp:txBody>
      <dsp:txXfrm>
        <a:off x="1873694" y="779246"/>
        <a:ext cx="1588915" cy="745435"/>
      </dsp:txXfrm>
    </dsp:sp>
    <dsp:sp modelId="{EC4D7EB6-ACAD-41DA-9D2A-8902D5FD039F}">
      <dsp:nvSpPr>
        <dsp:cNvPr id="0" name=""/>
        <dsp:cNvSpPr/>
      </dsp:nvSpPr>
      <dsp:spPr>
        <a:xfrm>
          <a:off x="1873694" y="1576020"/>
          <a:ext cx="1588915" cy="1103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Daily links for .NET developers since 2007</a:t>
          </a:r>
          <a:endParaRPr lang="en-US" sz="1100" kern="1200"/>
        </a:p>
      </dsp:txBody>
      <dsp:txXfrm>
        <a:off x="1873694" y="1576020"/>
        <a:ext cx="1588915" cy="1103652"/>
      </dsp:txXfrm>
    </dsp:sp>
    <dsp:sp modelId="{1986B473-6315-487A-AABE-5EDD9D402D06}">
      <dsp:nvSpPr>
        <dsp:cNvPr id="0" name=""/>
        <dsp:cNvSpPr/>
      </dsp:nvSpPr>
      <dsp:spPr>
        <a:xfrm>
          <a:off x="4257068" y="16846"/>
          <a:ext cx="556120" cy="5561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BDF2E7-7DC0-4C99-93CC-1B2A8A07F708}">
      <dsp:nvSpPr>
        <dsp:cNvPr id="0" name=""/>
        <dsp:cNvSpPr/>
      </dsp:nvSpPr>
      <dsp:spPr>
        <a:xfrm>
          <a:off x="3740670" y="691591"/>
          <a:ext cx="1588915" cy="745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Three (soon to be four) books for Packt Publishing</a:t>
          </a:r>
        </a:p>
      </dsp:txBody>
      <dsp:txXfrm>
        <a:off x="3740670" y="691591"/>
        <a:ext cx="1588915" cy="745435"/>
      </dsp:txXfrm>
    </dsp:sp>
    <dsp:sp modelId="{B532AB85-CF75-4DAD-BDF7-22595255FBA3}">
      <dsp:nvSpPr>
        <dsp:cNvPr id="0" name=""/>
        <dsp:cNvSpPr/>
      </dsp:nvSpPr>
      <dsp:spPr>
        <a:xfrm>
          <a:off x="3740670" y="1492202"/>
          <a:ext cx="1588915" cy="1283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Learn WinUI 3 (two editions)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Parallel Programming and Concurrency with C# and .NET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MCP for .NET Developers (coming March 2026 - co-author)</a:t>
          </a:r>
          <a:endParaRPr lang="en-US" sz="1100" kern="1200"/>
        </a:p>
      </dsp:txBody>
      <dsp:txXfrm>
        <a:off x="3740670" y="1492202"/>
        <a:ext cx="1588915" cy="1283372"/>
      </dsp:txXfrm>
    </dsp:sp>
    <dsp:sp modelId="{439B57AA-FA4B-40A5-B01D-823FF003AE79}">
      <dsp:nvSpPr>
        <dsp:cNvPr id="0" name=""/>
        <dsp:cNvSpPr/>
      </dsp:nvSpPr>
      <dsp:spPr>
        <a:xfrm>
          <a:off x="6124043" y="16846"/>
          <a:ext cx="556120" cy="5561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9FA811-9A25-488F-BA19-ED7DB19166FE}">
      <dsp:nvSpPr>
        <dsp:cNvPr id="0" name=""/>
        <dsp:cNvSpPr/>
      </dsp:nvSpPr>
      <dsp:spPr>
        <a:xfrm>
          <a:off x="5607646" y="691591"/>
          <a:ext cx="1588915" cy="7454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TechBash dev conference organizer since 2016</a:t>
          </a:r>
        </a:p>
      </dsp:txBody>
      <dsp:txXfrm>
        <a:off x="5607646" y="691591"/>
        <a:ext cx="1588915" cy="745435"/>
      </dsp:txXfrm>
    </dsp:sp>
    <dsp:sp modelId="{55B1D1AB-DA2C-405B-937B-22ED58B33D2F}">
      <dsp:nvSpPr>
        <dsp:cNvPr id="0" name=""/>
        <dsp:cNvSpPr/>
      </dsp:nvSpPr>
      <dsp:spPr>
        <a:xfrm>
          <a:off x="5607646" y="1492202"/>
          <a:ext cx="1588915" cy="1283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91C2E4-0851-4145-AEF0-A3D0865D5A21}">
      <dsp:nvSpPr>
        <dsp:cNvPr id="0" name=""/>
        <dsp:cNvSpPr/>
      </dsp:nvSpPr>
      <dsp:spPr>
        <a:xfrm>
          <a:off x="0" y="0"/>
          <a:ext cx="6122788" cy="74801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Toolkit Controls &amp; Extensions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baseline="0"/>
            <a:t>Controls and extensions enhance development environments by adding useful features &amp; functionalities.</a:t>
          </a:r>
          <a:endParaRPr lang="en-US" sz="1100" kern="1200"/>
        </a:p>
      </dsp:txBody>
      <dsp:txXfrm>
        <a:off x="21908" y="21908"/>
        <a:ext cx="5315627" cy="704195"/>
      </dsp:txXfrm>
    </dsp:sp>
    <dsp:sp modelId="{6075DCE4-B26D-4BE7-B10E-A6DACB045287}">
      <dsp:nvSpPr>
        <dsp:cNvPr id="0" name=""/>
        <dsp:cNvSpPr/>
      </dsp:nvSpPr>
      <dsp:spPr>
        <a:xfrm>
          <a:off x="540246" y="872679"/>
          <a:ext cx="6122788" cy="74801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3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Boost Productivity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baseline="0"/>
            <a:t>Integrating the .NET MAUI Toolkit streamlines workflows &amp; accelerates coding efficiency.</a:t>
          </a:r>
          <a:endParaRPr lang="en-US" sz="1100" kern="1200"/>
        </a:p>
      </dsp:txBody>
      <dsp:txXfrm>
        <a:off x="562154" y="894587"/>
        <a:ext cx="5052519" cy="704194"/>
      </dsp:txXfrm>
    </dsp:sp>
    <dsp:sp modelId="{8B243101-8A9D-48CD-BF9F-A8F187D710BF}">
      <dsp:nvSpPr>
        <dsp:cNvPr id="0" name=""/>
        <dsp:cNvSpPr/>
      </dsp:nvSpPr>
      <dsp:spPr>
        <a:xfrm>
          <a:off x="1080492" y="1745358"/>
          <a:ext cx="6122788" cy="74801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accent4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Demo – Using the Community Toolkit in your apps</a:t>
          </a:r>
        </a:p>
      </dsp:txBody>
      <dsp:txXfrm>
        <a:off x="1102400" y="1767266"/>
        <a:ext cx="5052519" cy="704195"/>
      </dsp:txXfrm>
    </dsp:sp>
    <dsp:sp modelId="{490040C1-53CF-4B6A-95EB-9E45E4E66FD6}">
      <dsp:nvSpPr>
        <dsp:cNvPr id="0" name=""/>
        <dsp:cNvSpPr/>
      </dsp:nvSpPr>
      <dsp:spPr>
        <a:xfrm>
          <a:off x="5636581" y="567241"/>
          <a:ext cx="486207" cy="486207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745978" y="567241"/>
        <a:ext cx="267413" cy="365871"/>
      </dsp:txXfrm>
    </dsp:sp>
    <dsp:sp modelId="{DEA3366E-D65B-4F22-A480-2B91836097BE}">
      <dsp:nvSpPr>
        <dsp:cNvPr id="0" name=""/>
        <dsp:cNvSpPr/>
      </dsp:nvSpPr>
      <dsp:spPr>
        <a:xfrm>
          <a:off x="6176827" y="1434934"/>
          <a:ext cx="486207" cy="486207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6286224" y="1434934"/>
        <a:ext cx="267413" cy="36587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02CD6A-F820-4A88-8107-7175BC03F654}">
      <dsp:nvSpPr>
        <dsp:cNvPr id="0" name=""/>
        <dsp:cNvSpPr/>
      </dsp:nvSpPr>
      <dsp:spPr>
        <a:xfrm>
          <a:off x="107892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B87874-5C8C-4024-A27D-990F80856C37}">
      <dsp:nvSpPr>
        <dsp:cNvPr id="0" name=""/>
        <dsp:cNvSpPr/>
      </dsp:nvSpPr>
      <dsp:spPr>
        <a:xfrm>
          <a:off x="3663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Minimizing Repetitive Code</a:t>
          </a:r>
        </a:p>
      </dsp:txBody>
      <dsp:txXfrm>
        <a:off x="3663" y="1456043"/>
        <a:ext cx="3308484" cy="496272"/>
      </dsp:txXfrm>
    </dsp:sp>
    <dsp:sp modelId="{BAEB7192-0D78-40F8-98B7-166A8F7E202E}">
      <dsp:nvSpPr>
        <dsp:cNvPr id="0" name=""/>
        <dsp:cNvSpPr/>
      </dsp:nvSpPr>
      <dsp:spPr>
        <a:xfrm>
          <a:off x="3663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Base classes designed to reduce repetitive coding tasks efficiently.</a:t>
          </a:r>
          <a:endParaRPr lang="en-US" sz="1500" kern="1200"/>
        </a:p>
      </dsp:txBody>
      <dsp:txXfrm>
        <a:off x="3663" y="2000374"/>
        <a:ext cx="3308484" cy="597298"/>
      </dsp:txXfrm>
    </dsp:sp>
    <dsp:sp modelId="{3497C6A7-1402-4728-8889-8ED1B5D6B5EB}">
      <dsp:nvSpPr>
        <dsp:cNvPr id="0" name=""/>
        <dsp:cNvSpPr/>
      </dsp:nvSpPr>
      <dsp:spPr>
        <a:xfrm>
          <a:off x="496639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E7D19-349C-4486-ABB7-99BFE8C56D2B}">
      <dsp:nvSpPr>
        <dsp:cNvPr id="0" name=""/>
        <dsp:cNvSpPr/>
      </dsp:nvSpPr>
      <dsp:spPr>
        <a:xfrm>
          <a:off x="3891132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Streamlining Development</a:t>
          </a:r>
        </a:p>
      </dsp:txBody>
      <dsp:txXfrm>
        <a:off x="3891132" y="1456043"/>
        <a:ext cx="3308484" cy="496272"/>
      </dsp:txXfrm>
    </dsp:sp>
    <dsp:sp modelId="{5FC63415-A873-4BF5-8207-0CD12E4A3D42}">
      <dsp:nvSpPr>
        <dsp:cNvPr id="0" name=""/>
        <dsp:cNvSpPr/>
      </dsp:nvSpPr>
      <dsp:spPr>
        <a:xfrm>
          <a:off x="3891132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Helpers in the toolkit streamline the development process, enhancing productivity &amp; maintainability.</a:t>
          </a:r>
          <a:endParaRPr lang="en-US" sz="1500" kern="1200"/>
        </a:p>
      </dsp:txBody>
      <dsp:txXfrm>
        <a:off x="3891132" y="2000374"/>
        <a:ext cx="3308484" cy="59729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862CFD-862E-4FE8-9CA4-2932A89BE2EA}">
      <dsp:nvSpPr>
        <dsp:cNvPr id="0" name=""/>
        <dsp:cNvSpPr/>
      </dsp:nvSpPr>
      <dsp:spPr>
        <a:xfrm>
          <a:off x="0" y="315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44C5B7-B737-466E-AE63-896B08DA5799}">
      <dsp:nvSpPr>
        <dsp:cNvPr id="0" name=""/>
        <dsp:cNvSpPr/>
      </dsp:nvSpPr>
      <dsp:spPr>
        <a:xfrm>
          <a:off x="223619" y="166644"/>
          <a:ext cx="406580" cy="40658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351BB2-8C51-4A6A-B40E-DA152BFFEF41}">
      <dsp:nvSpPr>
        <dsp:cNvPr id="0" name=""/>
        <dsp:cNvSpPr/>
      </dsp:nvSpPr>
      <dsp:spPr>
        <a:xfrm>
          <a:off x="853818" y="315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Programmatic UI Creation</a:t>
          </a:r>
        </a:p>
      </dsp:txBody>
      <dsp:txXfrm>
        <a:off x="853818" y="315"/>
        <a:ext cx="3241105" cy="739236"/>
      </dsp:txXfrm>
    </dsp:sp>
    <dsp:sp modelId="{D8364D52-A193-4665-936E-E752A1760277}">
      <dsp:nvSpPr>
        <dsp:cNvPr id="0" name=""/>
        <dsp:cNvSpPr/>
      </dsp:nvSpPr>
      <dsp:spPr>
        <a:xfrm>
          <a:off x="4094923" y="315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Create and modify user interface elements using C# markup programmatically.</a:t>
          </a:r>
          <a:endParaRPr lang="en-US" sz="1300" kern="1200"/>
        </a:p>
      </dsp:txBody>
      <dsp:txXfrm>
        <a:off x="4094923" y="315"/>
        <a:ext cx="3107532" cy="739236"/>
      </dsp:txXfrm>
    </dsp:sp>
    <dsp:sp modelId="{6BB9A986-9EB1-4E31-9B51-D8B4D69EF2A6}">
      <dsp:nvSpPr>
        <dsp:cNvPr id="0" name=""/>
        <dsp:cNvSpPr/>
      </dsp:nvSpPr>
      <dsp:spPr>
        <a:xfrm>
          <a:off x="0" y="924361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F6D946-AB01-43DA-A603-C91B258F6D58}">
      <dsp:nvSpPr>
        <dsp:cNvPr id="0" name=""/>
        <dsp:cNvSpPr/>
      </dsp:nvSpPr>
      <dsp:spPr>
        <a:xfrm>
          <a:off x="223619" y="1090689"/>
          <a:ext cx="406580" cy="40658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2C4287-152E-4358-9324-988021339FAF}">
      <dsp:nvSpPr>
        <dsp:cNvPr id="0" name=""/>
        <dsp:cNvSpPr/>
      </dsp:nvSpPr>
      <dsp:spPr>
        <a:xfrm>
          <a:off x="853818" y="924361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Improved Code Reuse</a:t>
          </a:r>
        </a:p>
      </dsp:txBody>
      <dsp:txXfrm>
        <a:off x="853818" y="924361"/>
        <a:ext cx="3241105" cy="739236"/>
      </dsp:txXfrm>
    </dsp:sp>
    <dsp:sp modelId="{96C20A32-D33C-4F53-B9CA-3A57C7F17002}">
      <dsp:nvSpPr>
        <dsp:cNvPr id="0" name=""/>
        <dsp:cNvSpPr/>
      </dsp:nvSpPr>
      <dsp:spPr>
        <a:xfrm>
          <a:off x="4094923" y="924361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Enhance code reuse by allowing modular UI components to be managed efficiently.</a:t>
          </a:r>
          <a:endParaRPr lang="en-US" sz="1300" kern="1200"/>
        </a:p>
      </dsp:txBody>
      <dsp:txXfrm>
        <a:off x="4094923" y="924361"/>
        <a:ext cx="3107532" cy="739236"/>
      </dsp:txXfrm>
    </dsp:sp>
    <dsp:sp modelId="{92CBF1F3-9A41-4AF0-BBB4-A32482717E95}">
      <dsp:nvSpPr>
        <dsp:cNvPr id="0" name=""/>
        <dsp:cNvSpPr/>
      </dsp:nvSpPr>
      <dsp:spPr>
        <a:xfrm>
          <a:off x="0" y="1848407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DDA994-008F-4AB5-A014-AAE6C583F71A}">
      <dsp:nvSpPr>
        <dsp:cNvPr id="0" name=""/>
        <dsp:cNvSpPr/>
      </dsp:nvSpPr>
      <dsp:spPr>
        <a:xfrm>
          <a:off x="223619" y="2014735"/>
          <a:ext cx="406580" cy="40658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3FF78-CE21-4D20-BC75-2A565591287A}">
      <dsp:nvSpPr>
        <dsp:cNvPr id="0" name=""/>
        <dsp:cNvSpPr/>
      </dsp:nvSpPr>
      <dsp:spPr>
        <a:xfrm>
          <a:off x="853818" y="1848407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Reduced Context Switching</a:t>
          </a:r>
        </a:p>
      </dsp:txBody>
      <dsp:txXfrm>
        <a:off x="853818" y="1848407"/>
        <a:ext cx="3241105" cy="739236"/>
      </dsp:txXfrm>
    </dsp:sp>
    <dsp:sp modelId="{C0346201-AE52-465A-B41E-8985AE902351}">
      <dsp:nvSpPr>
        <dsp:cNvPr id="0" name=""/>
        <dsp:cNvSpPr/>
      </dsp:nvSpPr>
      <dsp:spPr>
        <a:xfrm>
          <a:off x="4094923" y="1848407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Using C# markup reduces context switching between design and code environments for developers.</a:t>
          </a:r>
          <a:endParaRPr lang="en-US" sz="1300" kern="1200"/>
        </a:p>
      </dsp:txBody>
      <dsp:txXfrm>
        <a:off x="4094923" y="1848407"/>
        <a:ext cx="3107532" cy="73923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57FE82-AB4C-4CDD-95DC-BAB0F1AA2483}">
      <dsp:nvSpPr>
        <dsp:cNvPr id="0" name=""/>
        <dsp:cNvSpPr/>
      </dsp:nvSpPr>
      <dsp:spPr>
        <a:xfrm>
          <a:off x="4409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073AF3-B131-4434-B6DA-93F27B5F938B}">
      <dsp:nvSpPr>
        <dsp:cNvPr id="0" name=""/>
        <dsp:cNvSpPr/>
      </dsp:nvSpPr>
      <dsp:spPr>
        <a:xfrm>
          <a:off x="4409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Leverage Web Development Skills</a:t>
          </a:r>
        </a:p>
      </dsp:txBody>
      <dsp:txXfrm>
        <a:off x="4409" y="1236838"/>
        <a:ext cx="2147354" cy="412694"/>
      </dsp:txXfrm>
    </dsp:sp>
    <dsp:sp modelId="{7CE59EBC-62E7-4FF7-98D5-280DFCC1A2A6}">
      <dsp:nvSpPr>
        <dsp:cNvPr id="0" name=""/>
        <dsp:cNvSpPr/>
      </dsp:nvSpPr>
      <dsp:spPr>
        <a:xfrm>
          <a:off x="4409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Utilize your existing web dev knowledge to efficiently style MAUI applications.</a:t>
          </a:r>
          <a:endParaRPr lang="en-US" sz="1100" kern="1200"/>
        </a:p>
      </dsp:txBody>
      <dsp:txXfrm>
        <a:off x="4409" y="1684925"/>
        <a:ext cx="2147354" cy="493864"/>
      </dsp:txXfrm>
    </dsp:sp>
    <dsp:sp modelId="{7CD63E64-1713-4AE4-90E7-451AA96BBCB5}">
      <dsp:nvSpPr>
        <dsp:cNvPr id="0" name=""/>
        <dsp:cNvSpPr/>
      </dsp:nvSpPr>
      <dsp:spPr>
        <a:xfrm>
          <a:off x="2527550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8452CB-1C41-4A39-952C-78726A9C20AC}">
      <dsp:nvSpPr>
        <dsp:cNvPr id="0" name=""/>
        <dsp:cNvSpPr/>
      </dsp:nvSpPr>
      <dsp:spPr>
        <a:xfrm>
          <a:off x="2527550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Save Development Time</a:t>
          </a:r>
        </a:p>
      </dsp:txBody>
      <dsp:txXfrm>
        <a:off x="2527550" y="1236838"/>
        <a:ext cx="2147354" cy="412694"/>
      </dsp:txXfrm>
    </dsp:sp>
    <dsp:sp modelId="{F7696670-8BCE-498F-8FAC-101657C419BB}">
      <dsp:nvSpPr>
        <dsp:cNvPr id="0" name=""/>
        <dsp:cNvSpPr/>
      </dsp:nvSpPr>
      <dsp:spPr>
        <a:xfrm>
          <a:off x="2527550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Reusing web assets reduces styling time, accelerating app development &amp; deployment.</a:t>
          </a:r>
          <a:endParaRPr lang="en-US" sz="1100" kern="1200"/>
        </a:p>
      </dsp:txBody>
      <dsp:txXfrm>
        <a:off x="2527550" y="1684925"/>
        <a:ext cx="2147354" cy="493864"/>
      </dsp:txXfrm>
    </dsp:sp>
    <dsp:sp modelId="{E7DCF488-79B5-4E47-83AC-E10F9F69AEA0}">
      <dsp:nvSpPr>
        <dsp:cNvPr id="0" name=""/>
        <dsp:cNvSpPr/>
      </dsp:nvSpPr>
      <dsp:spPr>
        <a:xfrm>
          <a:off x="5050691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93C643-6303-4B24-9EF7-E898688512EE}">
      <dsp:nvSpPr>
        <dsp:cNvPr id="0" name=""/>
        <dsp:cNvSpPr/>
      </dsp:nvSpPr>
      <dsp:spPr>
        <a:xfrm>
          <a:off x="5050691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Maintain Brand Consistency</a:t>
          </a:r>
        </a:p>
      </dsp:txBody>
      <dsp:txXfrm>
        <a:off x="5050691" y="1236838"/>
        <a:ext cx="2147354" cy="412694"/>
      </dsp:txXfrm>
    </dsp:sp>
    <dsp:sp modelId="{84F69412-D9DD-41E9-BE74-226D18FE6241}">
      <dsp:nvSpPr>
        <dsp:cNvPr id="0" name=""/>
        <dsp:cNvSpPr/>
      </dsp:nvSpPr>
      <dsp:spPr>
        <a:xfrm>
          <a:off x="5050691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Consistent styling across web &amp; MAUI apps ensures strong &amp; uniform brand identity.</a:t>
          </a:r>
          <a:endParaRPr lang="en-US" sz="1100" kern="1200"/>
        </a:p>
      </dsp:txBody>
      <dsp:txXfrm>
        <a:off x="5050691" y="1684925"/>
        <a:ext cx="2147354" cy="49386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9BB9E-55F3-47E7-ADC1-377745AB12C8}">
      <dsp:nvSpPr>
        <dsp:cNvPr id="0" name=""/>
        <dsp:cNvSpPr/>
      </dsp:nvSpPr>
      <dsp:spPr>
        <a:xfrm>
          <a:off x="0" y="107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18D85D-2029-47A6-B93D-83F13C201C8F}">
      <dsp:nvSpPr>
        <dsp:cNvPr id="0" name=""/>
        <dsp:cNvSpPr/>
      </dsp:nvSpPr>
      <dsp:spPr>
        <a:xfrm>
          <a:off x="164675" y="123559"/>
          <a:ext cx="299409" cy="2994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43677A-524E-4D33-901F-71E5000CD7EB}">
      <dsp:nvSpPr>
        <dsp:cNvPr id="0" name=""/>
        <dsp:cNvSpPr/>
      </dsp:nvSpPr>
      <dsp:spPr>
        <a:xfrm>
          <a:off x="628760" y="1074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API Access</a:t>
          </a:r>
        </a:p>
      </dsp:txBody>
      <dsp:txXfrm>
        <a:off x="628760" y="1074"/>
        <a:ext cx="3241105" cy="544381"/>
      </dsp:txXfrm>
    </dsp:sp>
    <dsp:sp modelId="{4C24321A-53AD-442F-BCE0-ADB65DACF6FB}">
      <dsp:nvSpPr>
        <dsp:cNvPr id="0" name=""/>
        <dsp:cNvSpPr/>
      </dsp:nvSpPr>
      <dsp:spPr>
        <a:xfrm>
          <a:off x="3869865" y="1074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Unified APIs simplify device feature access across multiple device platforms.</a:t>
          </a:r>
          <a:endParaRPr lang="en-US" sz="1300" kern="1200"/>
        </a:p>
      </dsp:txBody>
      <dsp:txXfrm>
        <a:off x="3869865" y="1074"/>
        <a:ext cx="3332590" cy="544381"/>
      </dsp:txXfrm>
    </dsp:sp>
    <dsp:sp modelId="{8260EC85-AC1C-4E86-81DE-3AB0A812A879}">
      <dsp:nvSpPr>
        <dsp:cNvPr id="0" name=""/>
        <dsp:cNvSpPr/>
      </dsp:nvSpPr>
      <dsp:spPr>
        <a:xfrm>
          <a:off x="0" y="681550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6C6CA0-6CAC-4A8D-BC8D-B380ABBA06B0}">
      <dsp:nvSpPr>
        <dsp:cNvPr id="0" name=""/>
        <dsp:cNvSpPr/>
      </dsp:nvSpPr>
      <dsp:spPr>
        <a:xfrm>
          <a:off x="164675" y="804036"/>
          <a:ext cx="299409" cy="2994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0D6017-1D51-4099-82EC-C7CF1ABB3E6A}">
      <dsp:nvSpPr>
        <dsp:cNvPr id="0" name=""/>
        <dsp:cNvSpPr/>
      </dsp:nvSpPr>
      <dsp:spPr>
        <a:xfrm>
          <a:off x="628760" y="681550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Sensors Integration</a:t>
          </a:r>
        </a:p>
      </dsp:txBody>
      <dsp:txXfrm>
        <a:off x="628760" y="681550"/>
        <a:ext cx="3241105" cy="544381"/>
      </dsp:txXfrm>
    </dsp:sp>
    <dsp:sp modelId="{2587E735-A66E-449C-ADDD-955A33C7D2BE}">
      <dsp:nvSpPr>
        <dsp:cNvPr id="0" name=""/>
        <dsp:cNvSpPr/>
      </dsp:nvSpPr>
      <dsp:spPr>
        <a:xfrm>
          <a:off x="3869865" y="681550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APIs enable consistent access to device sensors like accelerometers &amp; gyroscopes.</a:t>
          </a:r>
          <a:endParaRPr lang="en-US" sz="1300" kern="1200"/>
        </a:p>
      </dsp:txBody>
      <dsp:txXfrm>
        <a:off x="3869865" y="681550"/>
        <a:ext cx="3332590" cy="544381"/>
      </dsp:txXfrm>
    </dsp:sp>
    <dsp:sp modelId="{8698D601-99CD-4348-BC4B-10D3780DDE3C}">
      <dsp:nvSpPr>
        <dsp:cNvPr id="0" name=""/>
        <dsp:cNvSpPr/>
      </dsp:nvSpPr>
      <dsp:spPr>
        <a:xfrm>
          <a:off x="0" y="1362027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03536D-D498-4575-A16B-CCB757234E24}">
      <dsp:nvSpPr>
        <dsp:cNvPr id="0" name=""/>
        <dsp:cNvSpPr/>
      </dsp:nvSpPr>
      <dsp:spPr>
        <a:xfrm>
          <a:off x="164675" y="1484513"/>
          <a:ext cx="299409" cy="2994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F06563-29AE-4308-89C2-3AF4A8459932}">
      <dsp:nvSpPr>
        <dsp:cNvPr id="0" name=""/>
        <dsp:cNvSpPr/>
      </dsp:nvSpPr>
      <dsp:spPr>
        <a:xfrm>
          <a:off x="628760" y="1362027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Camera and Storage</a:t>
          </a:r>
        </a:p>
      </dsp:txBody>
      <dsp:txXfrm>
        <a:off x="628760" y="1362027"/>
        <a:ext cx="3241105" cy="544381"/>
      </dsp:txXfrm>
    </dsp:sp>
    <dsp:sp modelId="{2E31FEB5-B2BA-4105-A83D-3CE298A34B85}">
      <dsp:nvSpPr>
        <dsp:cNvPr id="0" name=""/>
        <dsp:cNvSpPr/>
      </dsp:nvSpPr>
      <dsp:spPr>
        <a:xfrm>
          <a:off x="3869865" y="1362027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Support for camera use &amp; file management is streamlined via unified APIs.</a:t>
          </a:r>
          <a:endParaRPr lang="en-US" sz="1300" kern="1200"/>
        </a:p>
      </dsp:txBody>
      <dsp:txXfrm>
        <a:off x="3869865" y="1362027"/>
        <a:ext cx="3332590" cy="544381"/>
      </dsp:txXfrm>
    </dsp:sp>
    <dsp:sp modelId="{3FA6EC3A-E631-4EFA-80CB-868CF8929549}">
      <dsp:nvSpPr>
        <dsp:cNvPr id="0" name=""/>
        <dsp:cNvSpPr/>
      </dsp:nvSpPr>
      <dsp:spPr>
        <a:xfrm>
          <a:off x="0" y="204250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05DF32-BB57-4B5B-84B4-1ABD15F412AA}">
      <dsp:nvSpPr>
        <dsp:cNvPr id="0" name=""/>
        <dsp:cNvSpPr/>
      </dsp:nvSpPr>
      <dsp:spPr>
        <a:xfrm>
          <a:off x="164675" y="2164990"/>
          <a:ext cx="299409" cy="2994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3FC02-4309-4009-9225-A7103AAC525F}">
      <dsp:nvSpPr>
        <dsp:cNvPr id="0" name=""/>
        <dsp:cNvSpPr/>
      </dsp:nvSpPr>
      <dsp:spPr>
        <a:xfrm>
          <a:off x="628760" y="2042504"/>
          <a:ext cx="657369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Demo – View the Device Platform docs</a:t>
          </a:r>
        </a:p>
      </dsp:txBody>
      <dsp:txXfrm>
        <a:off x="628760" y="2042504"/>
        <a:ext cx="6573695" cy="5443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 b="1" dirty="0" smtClean="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r>
              <a:rPr lang="en-US" dirty="0"/>
              <a:t>Live! 360 Orlando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48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4D1145D-0C6A-427A-BFFB-BA49C7DEF5D3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BE5AA1C-3A4A-4E86-88DD-FDD0A0056F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4282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dirty="0"/>
              <a:t>Welcome, folks! I hope you’re having a great week at Live! 360 and </a:t>
            </a:r>
            <a:r>
              <a:rPr lang="en-US" dirty="0" err="1"/>
              <a:t>VSLive</a:t>
            </a:r>
            <a:r>
              <a:rPr lang="en-US" dirty="0"/>
              <a:t>! In this session, we’ll be looking at .NET MAUI and the Community Toolkits.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6988B0C-D0FA-4593-BF38-A7BA3E9A5D69}" type="slidenum">
              <a:rPr lang="en-US">
                <a:ea typeface="ＭＳ Ｐゴシック" pitchFamily="-72" charset="-128"/>
                <a:cs typeface="ＭＳ Ｐゴシック" pitchFamily="-72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ea typeface="ＭＳ Ｐゴシック" pitchFamily="-72" charset="-128"/>
              <a:cs typeface="ＭＳ Ｐゴシック" pitchFamily="-72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will cover an introduction to .NET MAUI, development tools, rapid app building techniques, enhancing apps with the MAUI Community Toolkit, architectural patterns like MVVM, styling options, platform-specific features, and conclude with a Q&amp;A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484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little background about me…</a:t>
            </a:r>
          </a:p>
          <a:p>
            <a:endParaRPr lang="en-US" dirty="0"/>
          </a:p>
          <a:p>
            <a:r>
              <a:rPr lang="en-US" dirty="0"/>
              <a:t>For those who don’t know me, I’ve been in the software industry since 1995, with most of that time (over 25) years spent as a developer and architect using various Microsoft technologies.</a:t>
            </a:r>
          </a:p>
          <a:p>
            <a:endParaRPr lang="en-US" dirty="0"/>
          </a:p>
          <a:p>
            <a:r>
              <a:rPr lang="en-US" dirty="0"/>
              <a:t>Some of you may also be familiar with my blog, the Morning Dew, where I’ve been posting daily links for .NET developers since 2007.</a:t>
            </a:r>
          </a:p>
          <a:p>
            <a:endParaRPr lang="en-US" dirty="0"/>
          </a:p>
          <a:p>
            <a:r>
              <a:rPr lang="en-US" dirty="0"/>
              <a:t>I also have three books from </a:t>
            </a:r>
            <a:r>
              <a:rPr lang="en-US" dirty="0" err="1"/>
              <a:t>Packt</a:t>
            </a:r>
            <a:r>
              <a:rPr lang="en-US" dirty="0"/>
              <a:t> Publishing and I’m co-authoring a new book on Model Context Protocol for .NET developers. You can check those out on </a:t>
            </a:r>
            <a:r>
              <a:rPr lang="en-US" dirty="0" err="1"/>
              <a:t>Packt’s</a:t>
            </a:r>
            <a:r>
              <a:rPr lang="en-US" dirty="0"/>
              <a:t> website or on Amazon. Just search for my name.</a:t>
            </a:r>
          </a:p>
          <a:p>
            <a:endParaRPr lang="en-US" dirty="0"/>
          </a:p>
          <a:p>
            <a:r>
              <a:rPr lang="en-US" dirty="0"/>
              <a:t>Writing those books led me to pivot my career to technical writing. I joined Microsoft two years ago as a content developer. I write documentation, training modules, and code samples on Microsoft Learn. I work on the Windows developer docs team, helping to maintain the docs for client apps and APIs. I have another talk I give about my work as a content developer and how anyone can contribute to content on Learn through GitHub issues and PRs.</a:t>
            </a:r>
          </a:p>
          <a:p>
            <a:endParaRPr lang="en-US" dirty="0"/>
          </a:p>
          <a:p>
            <a:r>
              <a:rPr lang="en-US" dirty="0"/>
              <a:t>Finally, I’m one of the founding organizers of the TechBash developer conference. We’ve been running the event in the Poconos since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2450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section introduces .NET MAUI, the platforms it supports, and why using a single codebase simplifies development for iOS, Android, macOS, and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8098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stands for Multi-platform App UI, enabling developers to build apps across major desktop and mobile platforms with one framework and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95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unified codebase reduces maintenance effort, speeds up development, and allows code reuse, making it easier to deliver consistent experiences across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18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improves upon </a:t>
            </a:r>
            <a:r>
              <a:rPr lang="en-US" dirty="0" err="1"/>
              <a:t>Xamarin.Forms</a:t>
            </a:r>
            <a:r>
              <a:rPr lang="en-US" dirty="0"/>
              <a:t> with better architecture, enhanced performance, and streamlined project structure, offering a more modern development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176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Explore the integrated development environments and tools available on Windows and macOS to build, debug, and deploy .NET MAUI applications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787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Studio on Windows and macOS are primary IDEs, complemented by VS Code and command-line tools that support .NET MAUI development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027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how to leverage debugging tools, simulators, and emulators to test applications on different platforms directly from your development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849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Utilize features like hot reload, templates, and extensions to speed up development and maintain high code quality across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200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Explore the powerful controls, extensions, and behaviors provided by the Community Toolkit to accelerate development and enhance app capabilities.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33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/>
              <a:pPr>
                <a:defRPr/>
              </a:pPr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 smtClean="0"/>
              <a:pPr>
                <a:defRPr/>
              </a:pPr>
              <a:t>11/15/2025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18377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24988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69522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58919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9473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0697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81022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807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3478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45932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7181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9" r:id="rId2"/>
    <p:sldLayoutId id="2147483658" r:id="rId3"/>
    <p:sldLayoutId id="2147483657" r:id="rId4"/>
    <p:sldLayoutId id="2147483656" r:id="rId5"/>
    <p:sldLayoutId id="2147483655" r:id="rId6"/>
    <p:sldLayoutId id="2147483654" r:id="rId7"/>
    <p:sldLayoutId id="2147483653" r:id="rId8"/>
    <p:sldLayoutId id="2147483652" r:id="rId9"/>
    <p:sldLayoutId id="2147483651" r:id="rId10"/>
    <p:sldLayoutId id="2147483650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36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dotnet/communitytoolkit/maui/" TargetMode="External"/><Relationship Id="rId7" Type="http://schemas.openxmlformats.org/officeDocument/2006/relationships/hyperlink" Target="https://github.com/dotnet/maui-samples" TargetMode="External"/><Relationship Id="rId2" Type="http://schemas.openxmlformats.org/officeDocument/2006/relationships/hyperlink" Target="https://learn.microsoft.com/dotnet/maui/" TargetMode="Externa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s://www.youtube.com/watch?v=SeRGpBR3-3M&amp;list=PLdo4fOcmZ0oX-sL7AFmygVw2A37Hbp8ZS" TargetMode="External"/><Relationship Id="rId5" Type="http://schemas.openxmlformats.org/officeDocument/2006/relationships/hyperlink" Target="https://learn.microsoft.com/training/paths/build-apps-with-dotnet-maui/" TargetMode="External"/><Relationship Id="rId4" Type="http://schemas.openxmlformats.org/officeDocument/2006/relationships/hyperlink" Target="https://learn.microsoft.com/dotnet/maui/get-started/first-app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mailto:alashcraft@gmail.com" TargetMode="Externa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4C12901-9FCC-461E-A64A-89B479123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FD6EDB49-211E-499D-9A08-6C5FF3D06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F9F37E-D3CF-4F3D-96C2-25307819D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FFF17D-767C-40E7-8C89-962F1F54B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98" y="478881"/>
            <a:ext cx="8179004" cy="3632579"/>
          </a:xfrm>
          <a:prstGeom prst="rect">
            <a:avLst/>
          </a:prstGeom>
          <a:gradFill>
            <a:gsLst>
              <a:gs pos="0">
                <a:srgbClr val="000001"/>
              </a:gs>
              <a:gs pos="100000">
                <a:srgbClr val="191919"/>
              </a:gs>
            </a:gsLst>
          </a:gradFill>
          <a:ln w="76200" cmpd="sng">
            <a:noFill/>
            <a:miter lim="800000"/>
          </a:ln>
          <a:effectLst>
            <a:outerShdw blurRad="127000" dist="228600" dir="4740000" sx="98000" sy="98000" algn="tl" rotWithShape="0">
              <a:srgbClr val="000000">
                <a:alpha val="34000"/>
              </a:srgbClr>
            </a:out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69F39E1-619D-4D9E-8823-8BD8CC320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2653" y="649250"/>
            <a:ext cx="7838694" cy="3291840"/>
          </a:xfrm>
          <a:prstGeom prst="rect">
            <a:avLst/>
          </a:prstGeom>
          <a:ln w="50800" cmpd="sng">
            <a:solidFill>
              <a:srgbClr val="191919"/>
            </a:solidFill>
            <a:miter lim="800000"/>
          </a:ln>
          <a:effectLst>
            <a:innerShdw blurRad="63500" dist="88900" dir="14100000">
              <a:srgbClr val="000000">
                <a:alpha val="30000"/>
              </a:srgbClr>
            </a:innerShdw>
          </a:effectLst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1002">
            <a:schemeClr val="dk2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8C53F47-DF50-454F-A5A6-6B969748D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6097" y="772694"/>
            <a:ext cx="7591806" cy="3044952"/>
          </a:xfrm>
          <a:prstGeom prst="rect">
            <a:avLst/>
          </a:prstGeom>
          <a:noFill/>
          <a:ln>
            <a:solidFill>
              <a:srgbClr val="DFDB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1088684" y="1032039"/>
            <a:ext cx="7054418" cy="1467702"/>
          </a:xfrm>
          <a:prstGeom prst="rect">
            <a:avLst/>
          </a:prstGeom>
        </p:spPr>
        <p:txBody>
          <a:bodyPr vert="horz" lIns="91440" tIns="45720" rIns="91440" bIns="45720" rtlCol="0" anchor="ctr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Create Multi-Platform Apps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with .NET MAUI &amp; the MAUI Community Toolkit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088684" y="2820007"/>
            <a:ext cx="7054418" cy="831413"/>
          </a:xfrm>
          <a:prstGeom prst="rect">
            <a:avLst/>
          </a:prstGeom>
        </p:spPr>
        <p:txBody>
          <a:bodyPr vert="horz" lIns="91440" tIns="45720" rIns="91440" bIns="45720" rtlCol="0" anchor="t">
            <a:prstTxWarp prst="textNoShape">
              <a:avLst/>
            </a:prstTxWarp>
            <a:normAutofit fontScale="92500" lnSpcReduction="10000"/>
          </a:bodyPr>
          <a:lstStyle/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Alvin Ashcraft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Sr. Content Developer, Microsoft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b="1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A26901A-BC62-4A3A-A07A-65E1F3DDD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427" name="Rectangle 17426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428" name="Picture 17427">
            <a:extLst>
              <a:ext uri="{FF2B5EF4-FFF2-40B4-BE49-F238E27FC236}">
                <a16:creationId xmlns:a16="http://schemas.microsoft.com/office/drawing/2014/main" id="{517FFD6D-48C1-A976-FC0E-C44AD6B2D25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l="18191" r="479" b="2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7429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7430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31" name="Rectangle 17430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/>
              <a:t>Agenda</a:t>
            </a:r>
          </a:p>
        </p:txBody>
      </p:sp>
      <p:cxnSp>
        <p:nvCxnSpPr>
          <p:cNvPr id="17432" name="Straight Connector 17431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300"/>
              <a:t>About Me</a:t>
            </a:r>
          </a:p>
          <a:p>
            <a:pPr>
              <a:lnSpc>
                <a:spcPct val="110000"/>
              </a:lnSpc>
            </a:pPr>
            <a:r>
              <a:rPr lang="en-US" sz="1300"/>
              <a:t>Introduction to .NET MAUI and Cross-Platform Apps</a:t>
            </a:r>
          </a:p>
          <a:p>
            <a:pPr>
              <a:lnSpc>
                <a:spcPct val="110000"/>
              </a:lnSpc>
            </a:pPr>
            <a:r>
              <a:rPr lang="en-US" sz="1300"/>
              <a:t>Develop on Windows and macOS</a:t>
            </a:r>
          </a:p>
          <a:p>
            <a:pPr>
              <a:lnSpc>
                <a:spcPct val="110000"/>
              </a:lnSpc>
            </a:pPr>
            <a:r>
              <a:rPr lang="en-US" sz="1300"/>
              <a:t>Rapid App Building with XAML, C# &amp; Visual Studio</a:t>
            </a:r>
          </a:p>
          <a:p>
            <a:pPr>
              <a:lnSpc>
                <a:spcPct val="110000"/>
              </a:lnSpc>
            </a:pPr>
            <a:r>
              <a:rPr lang="en-US" sz="1300"/>
              <a:t>Enhance Apps with the .NET MAUI Community Toolkit</a:t>
            </a:r>
          </a:p>
          <a:p>
            <a:pPr>
              <a:lnSpc>
                <a:spcPct val="110000"/>
              </a:lnSpc>
            </a:pPr>
            <a:r>
              <a:rPr lang="en-US" sz="1300"/>
              <a:t>Simplify Your MVVM Architecture with the MVVM Toolkit</a:t>
            </a:r>
          </a:p>
          <a:p>
            <a:pPr>
              <a:lnSpc>
                <a:spcPct val="110000"/>
              </a:lnSpc>
            </a:pPr>
            <a:r>
              <a:rPr lang="en-US" sz="1300"/>
              <a:t>Build Apps with C# Markup in VS Code: No XAML Required</a:t>
            </a:r>
          </a:p>
          <a:p>
            <a:pPr>
              <a:lnSpc>
                <a:spcPct val="110000"/>
              </a:lnSpc>
            </a:pPr>
            <a:r>
              <a:rPr lang="en-US" sz="1300"/>
              <a:t>Style Apps with CSS</a:t>
            </a:r>
          </a:p>
          <a:p>
            <a:pPr>
              <a:lnSpc>
                <a:spcPct val="110000"/>
              </a:lnSpc>
            </a:pPr>
            <a:r>
              <a:rPr lang="en-US" sz="1300"/>
              <a:t>Access Platform-Specific Features</a:t>
            </a:r>
          </a:p>
          <a:p>
            <a:pPr>
              <a:lnSpc>
                <a:spcPct val="110000"/>
              </a:lnSpc>
            </a:pPr>
            <a:r>
              <a:rPr lang="en-US" sz="1300"/>
              <a:t>Q&amp;A</a:t>
            </a:r>
          </a:p>
        </p:txBody>
      </p:sp>
      <p:sp>
        <p:nvSpPr>
          <p:cNvPr id="17426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8E94B-E27E-50F8-12A8-F260EF3CF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About 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E29B969-D2BF-8357-1936-0EC8BD85D3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4456428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84179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9DE9D0E-C638-4470-A425-A312F6514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obile device with apps">
            <a:extLst>
              <a:ext uri="{FF2B5EF4-FFF2-40B4-BE49-F238E27FC236}">
                <a16:creationId xmlns:a16="http://schemas.microsoft.com/office/drawing/2014/main" id="{8064A16D-5B41-5807-C4C9-BE876E7EB8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454" r="11548"/>
          <a:stretch>
            <a:fillRect/>
          </a:stretch>
        </p:blipFill>
        <p:spPr>
          <a:xfrm>
            <a:off x="4572000" y="10"/>
            <a:ext cx="4571772" cy="51434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E5E68C2-DCCC-4202-9B0B-165BA46C89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2" y="1453597"/>
            <a:ext cx="6219780" cy="2711527"/>
          </a:xfrm>
          <a:prstGeom prst="rect">
            <a:avLst/>
          </a:prstGeom>
          <a:solidFill>
            <a:schemeClr val="tx1"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9B01EA-3561-27B6-2CBD-950859F04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94" y="1550505"/>
            <a:ext cx="5121783" cy="1816299"/>
          </a:xfrm>
        </p:spPr>
        <p:txBody>
          <a:bodyPr vert="horz" lIns="91440" tIns="45720" rIns="91440" bIns="0" rtlCol="0" anchor="b">
            <a:normAutofit/>
          </a:bodyPr>
          <a:lstStyle/>
          <a:p>
            <a:pPr algn="r" defTabSz="914400"/>
            <a:r>
              <a:rPr lang="en-US" sz="300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370F1A-274C-5388-1A52-ED54F74B6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5393" y="3501858"/>
            <a:ext cx="5121783" cy="537396"/>
          </a:xfrm>
        </p:spPr>
        <p:txBody>
          <a:bodyPr vert="horz" lIns="91440" tIns="91440" rIns="91440" bIns="91440" rtlCol="0">
            <a:normAutofit/>
          </a:bodyPr>
          <a:lstStyle/>
          <a:p>
            <a:pPr algn="r" defTabSz="914400">
              <a:spcBef>
                <a:spcPts val="1000"/>
              </a:spcBef>
            </a:pPr>
            <a:r>
              <a:rPr lang="en-US" sz="1200" cap="all">
                <a:solidFill>
                  <a:schemeClr val="bg1"/>
                </a:solidFill>
              </a:rPr>
              <a:t>Get to Know .NET MAUI and Cross-Platform App Development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47D1AEC-1823-4871-91B6-665485140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393" y="3499860"/>
            <a:ext cx="5121783" cy="0"/>
          </a:xfrm>
          <a:prstGeom prst="line">
            <a:avLst/>
          </a:prstGeom>
          <a:ln w="31750">
            <a:solidFill>
              <a:srgbClr val="3A6BA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718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4A96-A4CA-C42A-60A4-420CFC5B0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/>
              <a:t>Overview of .NET MAUI &amp; Supported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72F13-CFAD-21F1-4B9A-7395A19E6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Multi-platform Framework</a:t>
            </a:r>
          </a:p>
          <a:p>
            <a:pPr lvl="1"/>
            <a:r>
              <a:rPr lang="en-US" sz="2400" dirty="0"/>
              <a:t>.NET MAUI allows building apps for multiple platforms using a single shared codebase.</a:t>
            </a:r>
          </a:p>
          <a:p>
            <a:r>
              <a:rPr lang="en-US" sz="2800" dirty="0"/>
              <a:t>Supported Platforms</a:t>
            </a:r>
          </a:p>
          <a:p>
            <a:pPr lvl="1"/>
            <a:r>
              <a:rPr lang="en-US" sz="2400" dirty="0"/>
              <a:t>.NET MAUI supports Windows &amp; macOS on the desktop and the iOS &amp; Android mobile operating systems enabling cross-device compatibility for most app users today.</a:t>
            </a:r>
          </a:p>
        </p:txBody>
      </p:sp>
    </p:spTree>
    <p:extLst>
      <p:ext uri="{BB962C8B-B14F-4D97-AF65-F5344CB8AC3E}">
        <p14:creationId xmlns:p14="http://schemas.microsoft.com/office/powerpoint/2010/main" val="2243524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90C74-C355-4889-7015-203806F62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Benefits of a Single Codebase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288D1-08B3-5DBC-7ED1-49DC1B4D1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Reduced maintenance</a:t>
            </a:r>
          </a:p>
          <a:p>
            <a:pPr lvl="1">
              <a:lnSpc>
                <a:spcPct val="110000"/>
              </a:lnSpc>
            </a:pPr>
            <a:r>
              <a:rPr lang="en-US"/>
              <a:t>A single codebase simplifies updates and bug fixes, lowering the time and resources needed for maintenance.</a:t>
            </a:r>
          </a:p>
          <a:p>
            <a:pPr>
              <a:lnSpc>
                <a:spcPct val="110000"/>
              </a:lnSpc>
            </a:pPr>
            <a:r>
              <a:rPr lang="en-US"/>
              <a:t>Faster development</a:t>
            </a:r>
          </a:p>
          <a:p>
            <a:pPr lvl="1">
              <a:lnSpc>
                <a:spcPct val="110000"/>
              </a:lnSpc>
            </a:pPr>
            <a:r>
              <a:rPr lang="en-US"/>
              <a:t>Developers can build and deploy features faster by writing code once for all platforms.</a:t>
            </a:r>
          </a:p>
          <a:p>
            <a:pPr>
              <a:lnSpc>
                <a:spcPct val="110000"/>
              </a:lnSpc>
            </a:pPr>
            <a:r>
              <a:rPr lang="en-US"/>
              <a:t>Consistent user experience</a:t>
            </a:r>
          </a:p>
          <a:p>
            <a:pPr lvl="1">
              <a:lnSpc>
                <a:spcPct val="110000"/>
              </a:lnSpc>
            </a:pPr>
            <a:r>
              <a:rPr lang="en-US"/>
              <a:t>Using a unified codebase ensures users enjoy the same experience across devices and operating systems while still providing native performance and look &amp; feel.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571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A12E3-5908-2CC5-206B-70EC658F1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90"/>
            <a:ext cx="7515763" cy="78692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MAUI vs. Other X-Plat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ADA1-905D-ADDF-8630-2D86D3E9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000" dirty="0"/>
              <a:t>Language</a:t>
            </a:r>
          </a:p>
          <a:p>
            <a:pPr lvl="1"/>
            <a:r>
              <a:rPr lang="en-US" sz="1800" dirty="0"/>
              <a:t>Ideal choice for .NET developers. Frameworks like Flutter and React Native require other technical expertise.</a:t>
            </a:r>
          </a:p>
          <a:p>
            <a:r>
              <a:rPr lang="en-US" sz="2000" dirty="0"/>
              <a:t>Enhanced Performance</a:t>
            </a:r>
          </a:p>
          <a:p>
            <a:pPr lvl="1"/>
            <a:r>
              <a:rPr lang="en-US" sz="1800" dirty="0"/>
              <a:t>Enables faster and more efficient app execution compared to PWAs or React Native.</a:t>
            </a:r>
          </a:p>
          <a:p>
            <a:r>
              <a:rPr lang="en-US" sz="2000" dirty="0"/>
              <a:t>Community and Ecosystem</a:t>
            </a:r>
          </a:p>
          <a:p>
            <a:pPr lvl="1"/>
            <a:r>
              <a:rPr lang="en-US" sz="1800" dirty="0"/>
              <a:t>Puts Microsoft in your corner. 3</a:t>
            </a:r>
            <a:r>
              <a:rPr lang="en-US" sz="1800" baseline="30000" dirty="0"/>
              <a:t>rd </a:t>
            </a:r>
            <a:r>
              <a:rPr lang="en-US" sz="1800" dirty="0"/>
              <a:t>party libraries &amp; controls are available but not required for building rich, performant apps. The .NET MAUI Community Toolkit and .NET Community Toolkit offer additional libraries supported by the open-source community.</a:t>
            </a:r>
          </a:p>
        </p:txBody>
      </p:sp>
    </p:spTree>
    <p:extLst>
      <p:ext uri="{BB962C8B-B14F-4D97-AF65-F5344CB8AC3E}">
        <p14:creationId xmlns:p14="http://schemas.microsoft.com/office/powerpoint/2010/main" val="709864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9DE9D0E-C638-4470-A425-A312F6514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riting on a notepad">
            <a:extLst>
              <a:ext uri="{FF2B5EF4-FFF2-40B4-BE49-F238E27FC236}">
                <a16:creationId xmlns:a16="http://schemas.microsoft.com/office/drawing/2014/main" id="{B0B24EA0-B1F1-FE11-1BCF-63BD0EDADE3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563" t="9091" r="22399"/>
          <a:stretch>
            <a:fillRect/>
          </a:stretch>
        </p:blipFill>
        <p:spPr>
          <a:xfrm>
            <a:off x="4572000" y="10"/>
            <a:ext cx="4571772" cy="51434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E5E68C2-DCCC-4202-9B0B-165BA46C89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2" y="1453597"/>
            <a:ext cx="6219780" cy="2711527"/>
          </a:xfrm>
          <a:prstGeom prst="rect">
            <a:avLst/>
          </a:prstGeom>
          <a:solidFill>
            <a:schemeClr val="tx1"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70CA3-FDDF-CB80-A422-71059631D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94" y="1550505"/>
            <a:ext cx="5121783" cy="1816299"/>
          </a:xfrm>
        </p:spPr>
        <p:txBody>
          <a:bodyPr vert="horz" lIns="91440" tIns="45720" rIns="91440" bIns="0" rtlCol="0" anchor="b">
            <a:normAutofit/>
          </a:bodyPr>
          <a:lstStyle/>
          <a:p>
            <a:pPr algn="r" defTabSz="914400"/>
            <a:r>
              <a:rPr lang="en-US" sz="3000">
                <a:solidFill>
                  <a:schemeClr val="bg1"/>
                </a:solidFill>
              </a:rPr>
              <a:t>Development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573168-39D4-0729-8527-651B7AD79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5393" y="3501858"/>
            <a:ext cx="5121783" cy="537396"/>
          </a:xfrm>
        </p:spPr>
        <p:txBody>
          <a:bodyPr vert="horz" lIns="91440" tIns="91440" rIns="91440" bIns="91440" rtlCol="0">
            <a:normAutofit/>
          </a:bodyPr>
          <a:lstStyle/>
          <a:p>
            <a:pPr algn="r" defTabSz="914400">
              <a:spcBef>
                <a:spcPts val="1000"/>
              </a:spcBef>
            </a:pPr>
            <a:r>
              <a:rPr lang="en-US" sz="1200" cap="all">
                <a:solidFill>
                  <a:schemeClr val="bg1"/>
                </a:solidFill>
              </a:rPr>
              <a:t>Build MAUI Apps on Windows or macOS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47D1AEC-1823-4871-91B6-665485140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393" y="3499860"/>
            <a:ext cx="5121783" cy="0"/>
          </a:xfrm>
          <a:prstGeom prst="line">
            <a:avLst/>
          </a:prstGeom>
          <a:ln w="31750">
            <a:solidFill>
              <a:srgbClr val="37BACC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87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ABF1C6-CB85-EB72-B47B-22375C148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IDEs and Tools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A8A5-339C-88E3-14B4-C5DD93D63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 sz="1700"/>
              <a:t>Primary IDEs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Visual Studio on Windows and VS Code on Windows and macOS serve as the main development environments for .NET MAUI development.</a:t>
            </a:r>
          </a:p>
          <a:p>
            <a:pPr>
              <a:lnSpc>
                <a:spcPct val="110000"/>
              </a:lnSpc>
            </a:pPr>
            <a:r>
              <a:rPr lang="en-US" sz="1700"/>
              <a:t>Supporting Tools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VS Code, GitHub Copilot, and CLI tools complement the primary IDEs by supporting flexible and lightweight development workflows. .NET MAUI Community Toolkit offers open-source controls and helpers for your apps.</a:t>
            </a:r>
          </a:p>
          <a:p>
            <a:pPr>
              <a:lnSpc>
                <a:spcPct val="110000"/>
              </a:lnSpc>
            </a:pPr>
            <a:r>
              <a:rPr lang="en-US" sz="1700"/>
              <a:t>Additional Options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JetBrains Rider supports .NET MAUI development on Windows and macOS.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576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D613C-2DFA-B592-F24D-64D1F9D2F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Debug &amp; Build Across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AC15B-5915-A474-E92B-52AE3E528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799"/>
            <a:ext cx="7202456" cy="2587959"/>
          </a:xfrm>
        </p:spPr>
        <p:txBody>
          <a:bodyPr>
            <a:normAutofit/>
          </a:bodyPr>
          <a:lstStyle/>
          <a:p>
            <a:r>
              <a:rPr lang="en-US"/>
              <a:t>Debugging Tools Usage</a:t>
            </a:r>
          </a:p>
          <a:p>
            <a:pPr lvl="1"/>
            <a:r>
              <a:rPr lang="en-US"/>
              <a:t>Use debugging tools like XAML Hot Reload, Live Visual Tree, and Visual Studio’s Binding Failures window to identify and fix issues effectively during development across platforms.</a:t>
            </a:r>
          </a:p>
          <a:p>
            <a:r>
              <a:rPr lang="en-US"/>
              <a:t>Simulators and Emulators</a:t>
            </a:r>
          </a:p>
          <a:p>
            <a:pPr lvl="1"/>
            <a:r>
              <a:rPr lang="en-US"/>
              <a:t>Simulators and emulators for Android and iOS replicate different platforms, enabling real-time testing without physical devices. Connect to a Mac from Visual Studio on Windows to debug iOS apps from your favorite IDE.</a:t>
            </a:r>
          </a:p>
        </p:txBody>
      </p:sp>
    </p:spTree>
    <p:extLst>
      <p:ext uri="{BB962C8B-B14F-4D97-AF65-F5344CB8AC3E}">
        <p14:creationId xmlns:p14="http://schemas.microsoft.com/office/powerpoint/2010/main" val="4218931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Periodic table illustration">
            <a:extLst>
              <a:ext uri="{FF2B5EF4-FFF2-40B4-BE49-F238E27FC236}">
                <a16:creationId xmlns:a16="http://schemas.microsoft.com/office/drawing/2014/main" id="{D68061D6-DECB-3E54-19F7-38C42E4BE12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t="6787" r="-2" b="36960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20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1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C6BE5-276A-02D2-3E28-30E82DE77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Productivity Tips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3B380-E5F0-5EAE-FE2C-3DB010BB4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/>
              <a:t>Hot Reload Feature</a:t>
            </a:r>
          </a:p>
          <a:p>
            <a:pPr lvl="1"/>
            <a:r>
              <a:rPr lang="en-US"/>
              <a:t>XAML Hot Reload &amp; .NET Hot Reload enable instant code and markup changes, speeding up development &amp; reducing testing time.</a:t>
            </a:r>
          </a:p>
          <a:p>
            <a:r>
              <a:rPr lang="en-US"/>
              <a:t>Use of Templates</a:t>
            </a:r>
          </a:p>
          <a:p>
            <a:pPr lvl="1"/>
            <a:r>
              <a:rPr lang="en-US"/>
              <a:t>Templates provide reusable structures, enhancing consistency &amp; saving time coding.</a:t>
            </a:r>
          </a:p>
          <a:p>
            <a:r>
              <a:rPr lang="en-US"/>
              <a:t>Extensions for Quality</a:t>
            </a:r>
          </a:p>
          <a:p>
            <a:pPr lvl="1"/>
            <a:r>
              <a:rPr lang="en-US"/>
              <a:t>Visual Studio &amp; VS Code extensions add functionality &amp; help maintain high code quality across platforms.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737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BC7667-C352-4842-9AFD-E5C16AD00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FDF9410-E530-4E71-A2C0-4C24B4896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B52D5E-9E57-EE79-21C0-FFCDDAD69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724" y="1070478"/>
            <a:ext cx="6515100" cy="2431136"/>
          </a:xfrm>
        </p:spPr>
        <p:txBody>
          <a:bodyPr vert="horz" lIns="91440" tIns="45720" rIns="91440" bIns="0" rtlCol="0" anchor="ctr">
            <a:normAutofit/>
          </a:bodyPr>
          <a:lstStyle/>
          <a:p>
            <a:pPr defTabSz="914400"/>
            <a:r>
              <a:rPr lang="en-US" sz="4100"/>
              <a:t>Start Building Apps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2E73C0-362F-0263-CE66-B859C936B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4724" y="3849104"/>
            <a:ext cx="6515100" cy="473452"/>
          </a:xfrm>
        </p:spPr>
        <p:txBody>
          <a:bodyPr vert="horz" lIns="91440" tIns="91440" rIns="91440" bIns="91440" rtlCol="0">
            <a:normAutofit/>
          </a:bodyPr>
          <a:lstStyle/>
          <a:p>
            <a:pPr defTabSz="914400">
              <a:lnSpc>
                <a:spcPct val="110000"/>
              </a:lnSpc>
              <a:spcBef>
                <a:spcPts val="1000"/>
              </a:spcBef>
            </a:pPr>
            <a:r>
              <a:rPr lang="en-US" sz="1800" cap="all"/>
              <a:t>Leverage XAML, C#, and Your Favorite IDE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3268B1E-8861-4702-9529-5A8FB23A6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14724" y="821068"/>
            <a:ext cx="651510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C6646AE-8FD6-411E-8640-6CCB250D5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14724" y="3692779"/>
            <a:ext cx="651510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166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A747-E3C3-EFC9-CE37-7E60A6D5B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UIs with XAML or C#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1B79-2820-63DA-BDFA-827E7E9E7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9622"/>
            <a:ext cx="4038600" cy="2232248"/>
          </a:xfrm>
        </p:spPr>
        <p:txBody>
          <a:bodyPr/>
          <a:lstStyle/>
          <a:p>
            <a:r>
              <a:rPr lang="en-US" dirty="0"/>
              <a:t>XAML markup for clear &amp; declarative UI design when building responsive UIs.</a:t>
            </a:r>
          </a:p>
          <a:p>
            <a:r>
              <a:rPr lang="en-US" dirty="0"/>
              <a:t>Code behind in C#</a:t>
            </a:r>
          </a:p>
          <a:p>
            <a:r>
              <a:rPr lang="en-US" dirty="0"/>
              <a:t>Separation of concerns with MVVM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94133F-781C-173E-CE2D-802F49903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419622"/>
            <a:ext cx="4038600" cy="2232248"/>
          </a:xfrm>
        </p:spPr>
        <p:txBody>
          <a:bodyPr/>
          <a:lstStyle/>
          <a:p>
            <a:r>
              <a:rPr lang="en-US" dirty="0"/>
              <a:t>Create UI in code with C# Markup</a:t>
            </a:r>
          </a:p>
          <a:p>
            <a:r>
              <a:rPr lang="en-US" dirty="0"/>
              <a:t>MVU pattern for robust apps</a:t>
            </a:r>
          </a:p>
          <a:p>
            <a:r>
              <a:rPr lang="en-US" dirty="0"/>
              <a:t>No XAML learning curve</a:t>
            </a:r>
          </a:p>
        </p:txBody>
      </p:sp>
    </p:spTree>
    <p:extLst>
      <p:ext uri="{BB962C8B-B14F-4D97-AF65-F5344CB8AC3E}">
        <p14:creationId xmlns:p14="http://schemas.microsoft.com/office/powerpoint/2010/main" val="3841370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BC7667-C352-4842-9AFD-E5C16AD00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0AB17F6-592B-45CB-96F6-705C9825A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FBDB2B-3E30-3766-568D-3BCA6A830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9301" y="601723"/>
            <a:ext cx="4511838" cy="3837739"/>
          </a:xfrm>
        </p:spPr>
        <p:txBody>
          <a:bodyPr vert="horz" lIns="91440" tIns="45720" rIns="91440" bIns="0" rtlCol="0" anchor="ctr">
            <a:normAutofit/>
          </a:bodyPr>
          <a:lstStyle/>
          <a:p>
            <a:pPr defTabSz="914400"/>
            <a:r>
              <a:rPr lang="en-US" sz="5600"/>
              <a:t>MAUI Community Toolkit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B17A3-6BEA-51E7-67C6-8D2B15B65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1264" y="601723"/>
            <a:ext cx="2550880" cy="3837739"/>
          </a:xfrm>
        </p:spPr>
        <p:txBody>
          <a:bodyPr vert="horz" lIns="91440" tIns="91440" rIns="91440" bIns="91440" rtlCol="0" anchor="ctr">
            <a:normAutofit/>
          </a:bodyPr>
          <a:lstStyle/>
          <a:p>
            <a:pPr algn="r" defTabSz="914400">
              <a:spcBef>
                <a:spcPts val="1000"/>
              </a:spcBef>
            </a:pPr>
            <a:r>
              <a:rPr lang="en-US" sz="1200" cap="all"/>
              <a:t>Turbo-charge your .NET MAUI app development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A9284E7-0823-472D-9963-18D89DFEB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320442"/>
            <a:ext cx="0" cy="2400300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622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C9D3DB-70C9-F013-5EE1-E09006E79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Toolkit Overview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3FB7-01C9-5625-26A4-6E6CD70AC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Reusable UI Components</a:t>
            </a:r>
          </a:p>
          <a:p>
            <a:pPr lvl="1">
              <a:lnSpc>
                <a:spcPct val="110000"/>
              </a:lnSpc>
            </a:pPr>
            <a:r>
              <a:rPr lang="en-US"/>
              <a:t>Microsoft’s Community Toolkits provide reusable components that speed up UI development and maintain consistency.</a:t>
            </a:r>
          </a:p>
          <a:p>
            <a:pPr>
              <a:lnSpc>
                <a:spcPct val="110000"/>
              </a:lnSpc>
            </a:pPr>
            <a:r>
              <a:rPr lang="en-US"/>
              <a:t>Functionality Enhancements</a:t>
            </a:r>
          </a:p>
          <a:p>
            <a:pPr lvl="1">
              <a:lnSpc>
                <a:spcPct val="110000"/>
              </a:lnSpc>
            </a:pPr>
            <a:r>
              <a:rPr lang="en-US"/>
              <a:t>Extensions, converters &amp; animations add new features that extend the capabilities of existing UI elements.</a:t>
            </a:r>
          </a:p>
          <a:p>
            <a:pPr>
              <a:lnSpc>
                <a:spcPct val="110000"/>
              </a:lnSpc>
            </a:pPr>
            <a:r>
              <a:rPr lang="en-US"/>
              <a:t>Improved Responsiveness</a:t>
            </a:r>
          </a:p>
          <a:p>
            <a:pPr lvl="1">
              <a:lnSpc>
                <a:spcPct val="110000"/>
              </a:lnSpc>
            </a:pPr>
            <a:r>
              <a:rPr lang="en-US"/>
              <a:t>Behaviors improve app responsiveness by managing user interactions smoothly.</a:t>
            </a:r>
          </a:p>
          <a:p>
            <a:pPr>
              <a:lnSpc>
                <a:spcPct val="110000"/>
              </a:lnSpc>
            </a:pPr>
            <a:r>
              <a:rPr lang="en-US"/>
              <a:t>Demo - Toolkit docs on Microsoft Learn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F9A62-A657-54B7-A571-B9CE74079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Integrate Toolkit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517909-5F02-8909-010C-4673223004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6072611"/>
              </p:ext>
            </p:extLst>
          </p:nvPr>
        </p:nvGraphicFramePr>
        <p:xfrm>
          <a:off x="1088231" y="1755326"/>
          <a:ext cx="7203281" cy="24933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7973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Pens and rulers">
            <a:extLst>
              <a:ext uri="{FF2B5EF4-FFF2-40B4-BE49-F238E27FC236}">
                <a16:creationId xmlns:a16="http://schemas.microsoft.com/office/drawing/2014/main" id="{AD97F616-8A68-5338-9B5B-5ADB3C113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20" r="-2" b="7806"/>
          <a:stretch>
            <a:fillRect/>
          </a:stretch>
        </p:blipFill>
        <p:spPr>
          <a:xfrm>
            <a:off x="1" y="10"/>
            <a:ext cx="9143771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A0FFA78-985C-4F50-B21A-77045C7DF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22589" y="2298698"/>
            <a:ext cx="6221411" cy="1866426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6AE078-2AD8-FEC8-6F7E-7525A05F4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9133" y="2427352"/>
            <a:ext cx="5124375" cy="939451"/>
          </a:xfrm>
        </p:spPr>
        <p:txBody>
          <a:bodyPr vert="horz" lIns="91440" tIns="45720" rIns="91440" bIns="0" rtlCol="0" anchor="b">
            <a:normAutofit/>
          </a:bodyPr>
          <a:lstStyle/>
          <a:p>
            <a:pPr defTabSz="914400"/>
            <a:r>
              <a:rPr lang="en-US" sz="3100">
                <a:solidFill>
                  <a:srgbClr val="FFFFFE"/>
                </a:solidFill>
              </a:rPr>
              <a:t>Simplify Your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E01568-12D5-867E-4EF9-454850CB62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9133" y="3501858"/>
            <a:ext cx="5124374" cy="537396"/>
          </a:xfrm>
        </p:spPr>
        <p:txBody>
          <a:bodyPr vert="horz" lIns="91440" tIns="91440" rIns="91440" bIns="91440" rtlCol="0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1200" cap="all">
                <a:solidFill>
                  <a:srgbClr val="FFFFFE"/>
                </a:solidFill>
              </a:rPr>
              <a:t>Implement Model-View-ViewModel with the MVVM Toolkit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5409EC7-69B1-45CC-8FB7-1964C1AB6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049131" y="3499860"/>
            <a:ext cx="5124375" cy="0"/>
          </a:xfrm>
          <a:prstGeom prst="line">
            <a:avLst/>
          </a:prstGeom>
          <a:ln w="31750">
            <a:solidFill>
              <a:srgbClr val="C95B45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8611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D4B225-18E9-4C5B-94D8-2ABE6D16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BB14454-D00C-4958-BB39-F5F9F3AC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8A657A7-C4E5-425B-98FA-BB817FF7B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13521" y="1385316"/>
            <a:ext cx="2640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4517C70-366F-2A94-0721-CAC50225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3522" y="603390"/>
            <a:ext cx="2640275" cy="7869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2500"/>
              <a:t>MVVM in MAUI Apps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84370-0E70-4003-9787-3490FCC20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B7C66D2-22E8-4E8F-829B-050BFA7C86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4177" y="361628"/>
            <a:ext cx="4578249" cy="3861826"/>
            <a:chOff x="7463259" y="583365"/>
            <a:chExt cx="6104330" cy="5181928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0B78D6F-1F61-4DBB-8F5A-934BB850D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3259" y="583365"/>
              <a:ext cx="6104330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3EA261D-1F8C-4BE5-8586-3C1CC5CE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6318" y="915807"/>
              <a:ext cx="5471354" cy="4494927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41450B70-0B63-55FD-5642-38B5AAC185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80" r="-2" b="5493"/>
          <a:stretch>
            <a:fillRect/>
          </a:stretch>
        </p:blipFill>
        <p:spPr>
          <a:xfrm>
            <a:off x="953417" y="837258"/>
            <a:ext cx="3618861" cy="2899629"/>
          </a:xfrm>
          <a:prstGeom prst="rect">
            <a:avLst/>
          </a:prstGeom>
          <a:noFill/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B88975F-7D52-F494-069C-88080F4125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13521" y="1511799"/>
            <a:ext cx="2640276" cy="2587959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indent="-228600" defTabSz="914400">
              <a:lnSpc>
                <a:spcPct val="110000"/>
              </a:lnSpc>
            </a:pPr>
            <a:r>
              <a:rPr lang="en-US" sz="1400"/>
              <a:t>Separation of Concerns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separates UI from business logic for cleaner &amp; modular code design.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Improved Code Organization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Using MVVM enhances code maintainability and organization in .NET MAUI applications.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Easier Testing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facilitates unit testing by isolating business logic from UI elements.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635D2BC-4EDA-4A3E-83BF-035608099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C86EB9-7FA9-42F7-B348-A7FD17436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826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3F855-02EC-DB99-BC10-CBAA262A4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Reduce Boilerplate with MVVM Toolkit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B4DB41E-0B85-8C54-7273-7566AEE171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7091412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1546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4189EE-9BB0-2C6F-4FF6-8E539DB8D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Build Scalable Apps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74563-500F-76A7-DDB9-AA2ABE0F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 fontScale="85000" lnSpcReduction="20000"/>
          </a:bodyPr>
          <a:lstStyle/>
          <a:p>
            <a:r>
              <a:rPr lang="en-US" sz="1700"/>
              <a:t>Data Binding</a:t>
            </a:r>
          </a:p>
          <a:p>
            <a:pPr lvl="1"/>
            <a:r>
              <a:rPr lang="en-US" sz="1700"/>
              <a:t>Use data binding to synchronize UI and data models efficiently, enhancing app responsiveness and maintainability.</a:t>
            </a:r>
          </a:p>
          <a:p>
            <a:r>
              <a:rPr lang="en-US" sz="1700"/>
              <a:t>Command Patterns</a:t>
            </a:r>
          </a:p>
          <a:p>
            <a:pPr lvl="1"/>
            <a:r>
              <a:rPr lang="en-US" sz="1700"/>
              <a:t>Apply command patterns to encapsulate requests as objects, facilitating flexible and reusable code.</a:t>
            </a:r>
          </a:p>
          <a:p>
            <a:r>
              <a:rPr lang="en-US" sz="1700"/>
              <a:t>Dependency Injection</a:t>
            </a:r>
          </a:p>
          <a:p>
            <a:pPr lvl="1"/>
            <a:r>
              <a:rPr lang="en-US" sz="1700"/>
              <a:t>Use dependency injection to manage component dependencies, promoting modular and testable code architecture.</a:t>
            </a:r>
          </a:p>
          <a:p>
            <a:r>
              <a:rPr lang="en-US" sz="1700"/>
              <a:t>Demo – Use the MVVM Toolkit in Your Project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19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BC7667-C352-4842-9AFD-E5C16AD00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C69834E-5EEE-4D61-833E-049288964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E5D9BA-46E7-4BFA-9C74-75495BF6F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033D76-5800-44B6-AFE9-EE2106935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98" y="478881"/>
            <a:ext cx="8179004" cy="3632579"/>
          </a:xfrm>
          <a:prstGeom prst="rect">
            <a:avLst/>
          </a:prstGeom>
          <a:gradFill>
            <a:gsLst>
              <a:gs pos="0">
                <a:srgbClr val="000001"/>
              </a:gs>
              <a:gs pos="100000">
                <a:srgbClr val="191919"/>
              </a:gs>
            </a:gsLst>
          </a:gradFill>
          <a:ln w="76200" cmpd="sng">
            <a:noFill/>
            <a:miter lim="800000"/>
          </a:ln>
          <a:effectLst>
            <a:outerShdw blurRad="127000" dist="228600" dir="4740000" sx="98000" sy="98000" algn="tl" rotWithShape="0">
              <a:srgbClr val="000000">
                <a:alpha val="34000"/>
              </a:srgbClr>
            </a:out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2D6F85-FFBA-4F81-AEE5-AAA17CB7A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2653" y="649250"/>
            <a:ext cx="7838694" cy="3291840"/>
          </a:xfrm>
          <a:prstGeom prst="rect">
            <a:avLst/>
          </a:prstGeom>
          <a:ln w="50800" cmpd="sng">
            <a:solidFill>
              <a:srgbClr val="191919"/>
            </a:solidFill>
            <a:miter lim="800000"/>
          </a:ln>
          <a:effectLst>
            <a:innerShdw blurRad="63500" dist="88900" dir="14100000">
              <a:srgbClr val="000000">
                <a:alpha val="30000"/>
              </a:srgbClr>
            </a:innerShdw>
          </a:effectLst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1003">
            <a:schemeClr val="lt2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B31514-E6DF-4357-9EEA-EFB79830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6097" y="772694"/>
            <a:ext cx="7591806" cy="3044952"/>
          </a:xfrm>
          <a:prstGeom prst="rect">
            <a:avLst/>
          </a:prstGeom>
          <a:ln>
            <a:solidFill>
              <a:srgbClr val="949494"/>
            </a:solidFill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7CD235-ED5E-5BC0-FFA4-54355187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803" y="1188414"/>
            <a:ext cx="6824441" cy="1902938"/>
          </a:xfrm>
        </p:spPr>
        <p:txBody>
          <a:bodyPr vert="horz" lIns="91440" tIns="45720" rIns="91440" bIns="0" rtlCol="0" anchor="ctr">
            <a:normAutofit/>
          </a:bodyPr>
          <a:lstStyle/>
          <a:p>
            <a:pPr algn="ctr" defTabSz="914400"/>
            <a:r>
              <a:rPr lang="en-US" sz="5400">
                <a:solidFill>
                  <a:srgbClr val="454545"/>
                </a:solidFill>
              </a:rPr>
              <a:t>Build MAUI Apps with C# Markup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6F84FB-0586-8C19-0BC4-F417F3798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1529" y="3099925"/>
            <a:ext cx="6840715" cy="558280"/>
          </a:xfrm>
        </p:spPr>
        <p:txBody>
          <a:bodyPr vert="horz" lIns="91440" tIns="91440" rIns="91440" bIns="91440" rtlCol="0">
            <a:normAutofit/>
          </a:bodyPr>
          <a:lstStyle/>
          <a:p>
            <a:pPr algn="ctr" defTabSz="914400">
              <a:spcBef>
                <a:spcPts val="1000"/>
              </a:spcBef>
            </a:pPr>
            <a:r>
              <a:rPr lang="en-US" sz="1800" cap="all">
                <a:solidFill>
                  <a:schemeClr val="accent1"/>
                </a:solidFill>
              </a:rPr>
              <a:t>Look, ma… No XAML!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C401D57-600A-4C91-AC9A-14CA1ED6F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12BDC66-00FA-4A3F-9BC7-BE05FF77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136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35986-D242-815D-D383-C5D9B9125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C# Markup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0D8C7B-6903-4D68-5FAE-A8361F4CEB9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7530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872AC-8EE0-8986-6C23-38793696F67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grayscl/>
          </a:blip>
          <a:srcRect l="16755" r="1915" b="2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CC12B2-74DC-52B1-B898-F405CD35B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Pure C# User Interfaces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FC888-F08B-ED79-8AD4-71CA7201D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/>
              <a:t>Runtime UI Generation</a:t>
            </a:r>
          </a:p>
          <a:p>
            <a:pPr lvl="1"/>
            <a:r>
              <a:rPr lang="en-US"/>
              <a:t>Create UI elements on-the-fly during application runtime using C# code for flexibility.</a:t>
            </a:r>
          </a:p>
          <a:p>
            <a:r>
              <a:rPr lang="en-US"/>
              <a:t>Enhanced Adaptability</a:t>
            </a:r>
          </a:p>
          <a:p>
            <a:pPr lvl="1"/>
            <a:r>
              <a:rPr lang="en-US"/>
              <a:t>Building UIs dynamically improves adaptability to complex and changing application requirements.</a:t>
            </a:r>
          </a:p>
          <a:p>
            <a:r>
              <a:rPr lang="en-US"/>
              <a:t>Pure C# Implementation</a:t>
            </a:r>
          </a:p>
          <a:p>
            <a:pPr lvl="1"/>
            <a:r>
              <a:rPr lang="en-US"/>
              <a:t>All UI components &amp; logic are implemented purely in C# without relying on external tools or markup.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642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4F1D4-7BF6-69C5-F5C6-6723BDD70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sz="2200"/>
              <a:t>Recommended Scenarios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F68E7-00CB-9473-CAC8-93C7F21E8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r>
              <a:rPr lang="en-US"/>
              <a:t>Dynamic Layouts</a:t>
            </a:r>
          </a:p>
          <a:p>
            <a:pPr lvl="1"/>
            <a:r>
              <a:rPr lang="en-US"/>
              <a:t>Get flexible, dynamic layouts that adjust automatically based on data and user interactions.</a:t>
            </a:r>
          </a:p>
          <a:p>
            <a:r>
              <a:rPr lang="en-US"/>
              <a:t>Data-Driven UI Generation</a:t>
            </a:r>
          </a:p>
          <a:p>
            <a:pPr lvl="1"/>
            <a:r>
              <a:rPr lang="en-US"/>
              <a:t>UI elements can be generated dynamically from data sources, improving responsiveness and customization.</a:t>
            </a:r>
          </a:p>
          <a:p>
            <a:r>
              <a:rPr lang="en-US"/>
              <a:t>Demo – Create a Project w/ C# Markup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1566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Green dialogue boxes">
            <a:extLst>
              <a:ext uri="{FF2B5EF4-FFF2-40B4-BE49-F238E27FC236}">
                <a16:creationId xmlns:a16="http://schemas.microsoft.com/office/drawing/2014/main" id="{A8066DB8-CF65-AB59-D921-B93DF3FD6A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808" r="-2" b="14622"/>
          <a:stretch>
            <a:fillRect/>
          </a:stretch>
        </p:blipFill>
        <p:spPr>
          <a:xfrm>
            <a:off x="1" y="10"/>
            <a:ext cx="9143771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A0FFA78-985C-4F50-B21A-77045C7DF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22589" y="2298698"/>
            <a:ext cx="6221411" cy="1866426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31B296-CC5C-2659-BAE8-5B5CFF23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9133" y="2427352"/>
            <a:ext cx="5124375" cy="939451"/>
          </a:xfrm>
        </p:spPr>
        <p:txBody>
          <a:bodyPr vert="horz" lIns="91440" tIns="45720" rIns="91440" bIns="0" rtlCol="0" anchor="b">
            <a:normAutofit/>
          </a:bodyPr>
          <a:lstStyle/>
          <a:p>
            <a:pPr defTabSz="914400"/>
            <a:r>
              <a:rPr lang="en-US" sz="3100">
                <a:solidFill>
                  <a:srgbClr val="FFFFFE"/>
                </a:solidFill>
              </a:rPr>
              <a:t>Style Apps Like a Web Dev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76FF-34B3-D317-6A31-77B6F512C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9133" y="3501858"/>
            <a:ext cx="5124374" cy="537396"/>
          </a:xfrm>
        </p:spPr>
        <p:txBody>
          <a:bodyPr vert="horz" lIns="91440" tIns="91440" rIns="91440" bIns="91440" rtlCol="0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1200" cap="all">
                <a:solidFill>
                  <a:srgbClr val="FFFFFE"/>
                </a:solidFill>
              </a:rPr>
              <a:t>Web style reuse with CSS in .NET MAUI apps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5409EC7-69B1-45CC-8FB7-1964C1AB6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049131" y="3499860"/>
            <a:ext cx="5124375" cy="0"/>
          </a:xfrm>
          <a:prstGeom prst="line">
            <a:avLst/>
          </a:prstGeom>
          <a:ln w="31750">
            <a:solidFill>
              <a:srgbClr val="52DDA6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997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0D238-72BF-2034-67CC-ECFB1F21C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 Web Skills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C59E13-71EA-919F-86B5-ACA26C8F3FE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4451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FF9FB6-FC64-FBAB-E50F-BAEB165F1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Using CSS in MAUI Projects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68594-7C50-B49B-6C41-750D3A133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r>
              <a:rPr lang="en-US"/>
              <a:t>Including CSS Files</a:t>
            </a:r>
          </a:p>
          <a:p>
            <a:pPr lvl="1"/>
            <a:r>
              <a:rPr lang="en-US"/>
              <a:t>Learn the process to add CSS files to a MAUI project to manage styles separately from code and XAML.</a:t>
            </a:r>
          </a:p>
          <a:p>
            <a:r>
              <a:rPr lang="en-US"/>
              <a:t>Applying Styles to Controls</a:t>
            </a:r>
          </a:p>
          <a:p>
            <a:pPr lvl="1"/>
            <a:r>
              <a:rPr lang="en-US"/>
              <a:t>Apply CSS styles effectively to UI controls for a clear separation between design &amp; app logic.</a:t>
            </a:r>
          </a:p>
          <a:p>
            <a:r>
              <a:rPr lang="en-US"/>
              <a:t>Demo – CSS in .NET MAUI projects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020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29DD5883-EEF6-E4A3-8D77-3D9562618E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92" r="-2" b="7235"/>
          <a:stretch>
            <a:fillRect/>
          </a:stretch>
        </p:blipFill>
        <p:spPr>
          <a:xfrm>
            <a:off x="1" y="10"/>
            <a:ext cx="9143771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A0FFA78-985C-4F50-B21A-77045C7DF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22589" y="2298698"/>
            <a:ext cx="6221411" cy="1866426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5D7378-C8F3-9186-3F5F-6A90EB5AA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9133" y="2427352"/>
            <a:ext cx="5124375" cy="939451"/>
          </a:xfrm>
        </p:spPr>
        <p:txBody>
          <a:bodyPr vert="horz" lIns="91440" tIns="45720" rIns="91440" bIns="0" rtlCol="0" anchor="b">
            <a:normAutofit/>
          </a:bodyPr>
          <a:lstStyle/>
          <a:p>
            <a:pPr defTabSz="914400"/>
            <a:r>
              <a:rPr lang="en-US" sz="3100">
                <a:solidFill>
                  <a:srgbClr val="FFFFFE"/>
                </a:solidFill>
              </a:rPr>
              <a:t>Platform-Specific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3E6B13-0AB5-5F4B-1B98-DC0101BA2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9133" y="3501858"/>
            <a:ext cx="5124374" cy="537396"/>
          </a:xfrm>
        </p:spPr>
        <p:txBody>
          <a:bodyPr vert="horz" lIns="91440" tIns="91440" rIns="91440" bIns="91440" rtlCol="0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1200" cap="all">
                <a:solidFill>
                  <a:srgbClr val="FFFFFE"/>
                </a:solidFill>
              </a:rPr>
              <a:t>Access platform capabilities without platform-specific code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5409EC7-69B1-45CC-8FB7-1964C1AB6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049131" y="3499860"/>
            <a:ext cx="5124375" cy="0"/>
          </a:xfrm>
          <a:prstGeom prst="line">
            <a:avLst/>
          </a:prstGeom>
          <a:ln w="31750">
            <a:solidFill>
              <a:srgbClr val="85EAFF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3778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6C5F-BDAF-505B-D899-D16536D5C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Feature Abstraction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9EC8AE-A2E9-C449-FEFA-6D914287F89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376323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BC7667-C352-4842-9AFD-E5C16AD00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813335" y="2646406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9DE9D0E-C638-4470-A425-A312F6514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5E68C2-DCCC-4202-9B0B-165BA46C89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2" y="1453597"/>
            <a:ext cx="6340430" cy="271152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1003">
            <a:schemeClr val="dk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A5E1BB-73EE-0E32-924E-09428F700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94" y="1550505"/>
            <a:ext cx="5121783" cy="1816299"/>
          </a:xfrm>
        </p:spPr>
        <p:txBody>
          <a:bodyPr vert="horz" lIns="91440" tIns="45720" rIns="91440" bIns="0" rtlCol="0" anchor="b">
            <a:normAutofit/>
          </a:bodyPr>
          <a:lstStyle/>
          <a:p>
            <a:pPr algn="r" defTabSz="914400"/>
            <a:r>
              <a:rPr lang="en-US" sz="3000">
                <a:solidFill>
                  <a:srgbClr val="FFFFFF"/>
                </a:solidFill>
              </a:rPr>
              <a:t>Resources and Q&amp;A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47D1AEC-1823-4871-91B6-665485140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393" y="3499860"/>
            <a:ext cx="512178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7B396-7E73-F7DB-9B6B-DEE109917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5393" y="3501858"/>
            <a:ext cx="5121783" cy="537396"/>
          </a:xfrm>
        </p:spPr>
        <p:txBody>
          <a:bodyPr vert="horz" lIns="91440" tIns="91440" rIns="91440" bIns="91440" rtlCol="0">
            <a:normAutofit/>
          </a:bodyPr>
          <a:lstStyle/>
          <a:p>
            <a:pPr algn="r" defTabSz="914400">
              <a:spcBef>
                <a:spcPts val="1000"/>
              </a:spcBef>
            </a:pPr>
            <a:r>
              <a:rPr lang="en-US" sz="1200" cap="all">
                <a:solidFill>
                  <a:srgbClr val="FFFFFF"/>
                </a:solidFill>
              </a:rPr>
              <a:t>Your .NET MAUI App Development Questions Answered</a:t>
            </a:r>
          </a:p>
        </p:txBody>
      </p:sp>
    </p:spTree>
    <p:extLst>
      <p:ext uri="{BB962C8B-B14F-4D97-AF65-F5344CB8AC3E}">
        <p14:creationId xmlns:p14="http://schemas.microsoft.com/office/powerpoint/2010/main" val="35915413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3C748C-967B-4A7B-A90F-3EDD0F485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143637-4934-44E4-B909-BAF1E7B2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6595" cy="51435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CD3D63-4A07-5FB5-283A-022FD7DB0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262" y="930057"/>
            <a:ext cx="2045860" cy="343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Additional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819F0-F620-B38D-BFEA-9CBA932D9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9195" y="930057"/>
            <a:ext cx="4526120" cy="3687349"/>
          </a:xfrm>
        </p:spPr>
        <p:txBody>
          <a:bodyPr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n-US" sz="1400"/>
              <a:t>Documentation Access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docs home: </a:t>
            </a:r>
            <a:r>
              <a:rPr lang="en-US" sz="1400" dirty="0">
                <a:hlinkClick r:id="rId2"/>
              </a:rPr>
              <a:t>https://learn.microsoft.com/dotnet/maui/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MAUI Toolkit docs: </a:t>
            </a:r>
            <a:r>
              <a:rPr lang="en-US" sz="1400" dirty="0">
                <a:hlinkClick r:id="rId3"/>
              </a:rPr>
              <a:t>https://learn.microsoft.com/dotnet/communitytoolkit/maui/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Tutorials and Guides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Get started in docs: </a:t>
            </a:r>
            <a:r>
              <a:rPr lang="en-US" sz="1400" dirty="0">
                <a:hlinkClick r:id="rId4"/>
              </a:rPr>
              <a:t>https://learn.microsoft.com/dotnet/maui/get-started/first-app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.NET MAUI learning path: </a:t>
            </a:r>
            <a:r>
              <a:rPr lang="en-US" sz="1400" dirty="0">
                <a:hlinkClick r:id="rId5"/>
              </a:rPr>
              <a:t>https://learn.microsoft.com/training/paths/build-apps-with-dotnet-maui/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Community Groups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Community Standup: </a:t>
            </a:r>
            <a:r>
              <a:rPr lang="en-US" sz="1400" dirty="0">
                <a:hlinkClick r:id="rId6"/>
              </a:rPr>
              <a:t>https://www.youtube.com/watch?v=SeRGpBR3-3M&amp;list=PLdo4fOcmZ0oX-sL7AFmygVw2A37Hbp8ZS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Sample Projects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Access sample projects to practice and apply new skills in real-world scenarios: </a:t>
            </a:r>
            <a:r>
              <a:rPr lang="en-US" sz="1400" dirty="0">
                <a:hlinkClick r:id="rId7"/>
              </a:rPr>
              <a:t>https://github.com/dotnet/maui-samples</a:t>
            </a:r>
            <a:r>
              <a:rPr lang="en-US" sz="1400" dirty="0"/>
              <a:t>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496699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56E8-268B-B6ED-2F72-83F4E3722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Q&amp;A and 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A1289-A2B2-501E-384A-DE8D8FFB4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799"/>
            <a:ext cx="7202456" cy="2587959"/>
          </a:xfrm>
        </p:spPr>
        <p:txBody>
          <a:bodyPr>
            <a:normAutofit/>
          </a:bodyPr>
          <a:lstStyle/>
          <a:p>
            <a:r>
              <a:rPr lang="en-US"/>
              <a:t>Questions about .NET MAUI &amp; the Community Toolkits?</a:t>
            </a:r>
          </a:p>
          <a:p>
            <a:r>
              <a:rPr lang="en-US"/>
              <a:t>General Cross-Platform Dev Questions?</a:t>
            </a:r>
          </a:p>
          <a:p>
            <a:r>
              <a:rPr lang="en-US"/>
              <a:t>Follow up later:</a:t>
            </a:r>
          </a:p>
          <a:p>
            <a:pPr lvl="1"/>
            <a:r>
              <a:rPr lang="en-US">
                <a:hlinkClick r:id="rId2"/>
              </a:rPr>
              <a:t>alashcraft@gmail.com</a:t>
            </a:r>
            <a:endParaRPr lang="en-US"/>
          </a:p>
          <a:p>
            <a:pPr lvl="1"/>
            <a:r>
              <a:rPr lang="en-US"/>
              <a:t>Find me on BlueSky and LinkedIn</a:t>
            </a:r>
          </a:p>
          <a:p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220436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isual Studio Live! New York 2015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ive! 360 2018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3294</TotalTime>
  <Words>2035</Words>
  <Application>Microsoft Office PowerPoint</Application>
  <PresentationFormat>On-screen Show (16:9)</PresentationFormat>
  <Paragraphs>216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ＭＳ Ｐゴシック</vt:lpstr>
      <vt:lpstr>Arial</vt:lpstr>
      <vt:lpstr>Arial Bold</vt:lpstr>
      <vt:lpstr>Calibri</vt:lpstr>
      <vt:lpstr>Gill Sans MT</vt:lpstr>
      <vt:lpstr>Visual Studio Live! New York 2015</vt:lpstr>
      <vt:lpstr>Live! 360 2018</vt:lpstr>
      <vt:lpstr>Gallery</vt:lpstr>
      <vt:lpstr>PowerPoint Presentation</vt:lpstr>
      <vt:lpstr>Agenda</vt:lpstr>
      <vt:lpstr>About Me</vt:lpstr>
      <vt:lpstr>Introduction</vt:lpstr>
      <vt:lpstr>Overview of .NET MAUI &amp; Supported Platforms</vt:lpstr>
      <vt:lpstr>Benefits of a Single Codebase</vt:lpstr>
      <vt:lpstr>MAUI vs. Other X-Plat Frameworks</vt:lpstr>
      <vt:lpstr>Development Tools</vt:lpstr>
      <vt:lpstr>IDEs and Tools</vt:lpstr>
      <vt:lpstr>Debug &amp; Build Across Platforms</vt:lpstr>
      <vt:lpstr>Productivity Tips</vt:lpstr>
      <vt:lpstr>Start Building Apps</vt:lpstr>
      <vt:lpstr>Build UIs with XAML or C#</vt:lpstr>
      <vt:lpstr>MAUI Community Toolkit</vt:lpstr>
      <vt:lpstr>Toolkit Overview</vt:lpstr>
      <vt:lpstr>Integrate Toolkit Features</vt:lpstr>
      <vt:lpstr>Simplify Your Architecture</vt:lpstr>
      <vt:lpstr>MVVM in MAUI Apps</vt:lpstr>
      <vt:lpstr>Reduce Boilerplate with MVVM Toolkit</vt:lpstr>
      <vt:lpstr>Build Scalable Apps</vt:lpstr>
      <vt:lpstr>Build MAUI Apps with C# Markup</vt:lpstr>
      <vt:lpstr>Advantages of C# Markup</vt:lpstr>
      <vt:lpstr>Pure C# User Interfaces</vt:lpstr>
      <vt:lpstr>Recommended Scenarios</vt:lpstr>
      <vt:lpstr>Style Apps Like a Web Dev</vt:lpstr>
      <vt:lpstr>Reuse Web Skills</vt:lpstr>
      <vt:lpstr>Using CSS in MAUI Projects</vt:lpstr>
      <vt:lpstr>Platform-Specific Features</vt:lpstr>
      <vt:lpstr>Device Feature Abstraction</vt:lpstr>
      <vt:lpstr>Resources and Q&amp;A</vt:lpstr>
      <vt:lpstr>Additional Resources</vt:lpstr>
      <vt:lpstr>Q&amp;A and Thank You!</vt:lpstr>
    </vt:vector>
  </TitlesOfParts>
  <Company>1105 Media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Brent Sutton</dc:creator>
  <cp:lastModifiedBy>Alvin Ashcraft</cp:lastModifiedBy>
  <cp:revision>182</cp:revision>
  <dcterms:created xsi:type="dcterms:W3CDTF">2012-12-07T00:48:42Z</dcterms:created>
  <dcterms:modified xsi:type="dcterms:W3CDTF">2025-11-15T22:33:09Z</dcterms:modified>
</cp:coreProperties>
</file>