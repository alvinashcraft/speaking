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  <p:sldMasterId id="2147483760" r:id="rId2"/>
  </p:sldMasterIdLst>
  <p:notesMasterIdLst>
    <p:notesMasterId r:id="rId13"/>
  </p:notesMasterIdLst>
  <p:handoutMasterIdLst>
    <p:handoutMasterId r:id="rId14"/>
  </p:handoutMasterIdLst>
  <p:sldIdLst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>
          <p15:clr>
            <a:srgbClr val="A4A3A4"/>
          </p15:clr>
        </p15:guide>
        <p15:guide id="2" orient="horz" pos="2820">
          <p15:clr>
            <a:srgbClr val="A4A3A4"/>
          </p15:clr>
        </p15:guide>
        <p15:guide id="3" pos="2880">
          <p15:clr>
            <a:srgbClr val="A4A3A4"/>
          </p15:clr>
        </p15:guide>
        <p15:guide id="4" pos="56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7036"/>
    <a:srgbClr val="ED6A42"/>
    <a:srgbClr val="2596BE"/>
    <a:srgbClr val="3BDBC2"/>
    <a:srgbClr val="2B928C"/>
    <a:srgbClr val="F77462"/>
    <a:srgbClr val="E4DD9C"/>
    <a:srgbClr val="A2D39C"/>
    <a:srgbClr val="EAF0AC"/>
    <a:srgbClr val="617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15" autoAdjust="0"/>
    <p:restoredTop sz="87600" autoAdjust="0"/>
  </p:normalViewPr>
  <p:slideViewPr>
    <p:cSldViewPr>
      <p:cViewPr varScale="1">
        <p:scale>
          <a:sx n="143" d="100"/>
          <a:sy n="143" d="100"/>
        </p:scale>
        <p:origin x="1003" y="96"/>
      </p:cViewPr>
      <p:guideLst>
        <p:guide orient="horz" pos="708"/>
        <p:guide orient="horz" pos="2820"/>
        <p:guide pos="2880"/>
        <p:guide pos="56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3010" y="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57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z="1300" b="1" dirty="0">
                <a:latin typeface="Arial" pitchFamily="34" charset="0"/>
                <a:cs typeface="Arial" pitchFamily="34" charset="0"/>
              </a:rPr>
              <a:t>Visual Studio Live! San Diego 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5626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443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1"/>
            </a:lvl1pPr>
          </a:lstStyle>
          <a:p>
            <a:r>
              <a:rPr lang="en-US" dirty="0"/>
              <a:t>Visual Studio Live! Las Vegas 2023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38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DE326DE0-BACA-4EA0-B73F-CC7DC1D7F4A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95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3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84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74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10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5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6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48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45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63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19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87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1E94-D08C-431E-88FC-7EB62E529A1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33EB1-7740-4DF8-A084-DB4A629F77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8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8F999-7A4E-6B4F-9FED-EF75B73AD04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38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8F999-7A4E-6B4F-9FED-EF75B73AD04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38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ai-dev-gallery/" TargetMode="External"/><Relationship Id="rId2" Type="http://schemas.openxmlformats.org/officeDocument/2006/relationships/hyperlink" Target="http://aka.ms/ai-dev-gallery-stor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windows/ai/overview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sky.app/profile/alvinashcraft.com" TargetMode="External"/><Relationship Id="rId2" Type="http://schemas.openxmlformats.org/officeDocument/2006/relationships/hyperlink" Target="https://alvinashcraft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lvinashcraft/speaking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22277" y="2555355"/>
            <a:ext cx="3987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5923" tIns="42962" rIns="85923" bIns="42962"/>
          <a:lstStyle/>
          <a:p>
            <a:pPr eaLnBrk="1" hangingPunct="1">
              <a:defRPr/>
            </a:pPr>
            <a:r>
              <a:rPr lang="en-US" sz="3200" b="1" dirty="0">
                <a:solidFill>
                  <a:srgbClr val="F27036"/>
                </a:solidFill>
                <a:latin typeface="Arial" charset="0"/>
              </a:rPr>
              <a:t>Alvin Ashcraft</a:t>
            </a:r>
            <a:endParaRPr lang="en-US" sz="2800" b="1" dirty="0">
              <a:solidFill>
                <a:srgbClr val="F27036"/>
              </a:solidFill>
              <a:latin typeface="Arial" charset="0"/>
              <a:cs typeface="+mn-cs"/>
            </a:endParaRPr>
          </a:p>
          <a:p>
            <a:pPr>
              <a:defRPr/>
            </a:pPr>
            <a:r>
              <a:rPr lang="en-US" sz="2400" b="1" dirty="0">
                <a:solidFill>
                  <a:srgbClr val="F27036"/>
                </a:solidFill>
                <a:latin typeface="Arial" charset="0"/>
              </a:rPr>
              <a:t>Sr. Content Developer</a:t>
            </a:r>
          </a:p>
          <a:p>
            <a:pPr>
              <a:defRPr/>
            </a:pPr>
            <a:r>
              <a:rPr lang="en-US" sz="2400" b="1" dirty="0">
                <a:solidFill>
                  <a:srgbClr val="F27036"/>
                </a:solidFill>
                <a:latin typeface="Arial" charset="0"/>
              </a:rPr>
              <a:t>Microsoft</a:t>
            </a:r>
          </a:p>
          <a:p>
            <a:pPr eaLnBrk="1" hangingPunct="1">
              <a:defRPr/>
            </a:pPr>
            <a:endParaRPr lang="en-US" b="1" dirty="0">
              <a:solidFill>
                <a:srgbClr val="1F497D"/>
              </a:solidFill>
              <a:latin typeface="Arial" charset="0"/>
              <a:cs typeface="+mn-cs"/>
            </a:endParaRPr>
          </a:p>
          <a:p>
            <a:pPr eaLnBrk="1" hangingPunct="1">
              <a:defRPr/>
            </a:pPr>
            <a:endParaRPr lang="en-US" sz="1400" dirty="0">
              <a:solidFill>
                <a:srgbClr val="1F497D"/>
              </a:solidFill>
              <a:latin typeface="Times New Roman" pitchFamily="28" charset="0"/>
              <a:cs typeface="+mn-cs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22277" y="3986760"/>
            <a:ext cx="294004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9pPr>
          </a:lstStyle>
          <a:p>
            <a:r>
              <a:rPr lang="en-US" sz="2000" dirty="0">
                <a:solidFill>
                  <a:srgbClr val="F27036"/>
                </a:solidFill>
                <a:latin typeface="Arial" charset="0"/>
              </a:rPr>
              <a:t>Level: Beginner</a:t>
            </a:r>
          </a:p>
          <a:p>
            <a:pPr algn="r"/>
            <a:endParaRPr lang="en-US" b="1" dirty="0">
              <a:solidFill>
                <a:schemeClr val="accent1"/>
              </a:solidFill>
              <a:latin typeface="Arial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81000" y="1289050"/>
            <a:ext cx="7620000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92100"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0379" tIns="44448" rIns="90379" bIns="44448" numCol="1" anchor="ctr" anchorCtr="0" compatLnSpc="1">
            <a:prstTxWarp prst="textNoShape">
              <a:avLst/>
            </a:prstTxWarp>
          </a:bodyPr>
          <a:lstStyle>
            <a:lvl1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2pPr>
            <a:lvl3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3pPr>
            <a:lvl4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4pPr>
            <a:lvl5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5pPr>
            <a:lvl6pPr marL="4572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6pPr>
            <a:lvl7pPr marL="9144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7pPr>
            <a:lvl8pPr marL="13716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8pPr>
            <a:lvl9pPr marL="18288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en-US" sz="4400" b="1" dirty="0">
                <a:solidFill>
                  <a:schemeClr val="bg1"/>
                </a:solidFill>
                <a:effectLst/>
              </a:rPr>
              <a:t>Fast Focus: Explore Windows AI Development w/ AI Dev Gallery</a:t>
            </a:r>
          </a:p>
        </p:txBody>
      </p:sp>
    </p:spTree>
    <p:extLst>
      <p:ext uri="{BB962C8B-B14F-4D97-AF65-F5344CB8AC3E}">
        <p14:creationId xmlns:p14="http://schemas.microsoft.com/office/powerpoint/2010/main" val="405188728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Session Survey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3333D19-2F66-B5EE-4D48-C1C51B02C68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feedback is very important to us</a:t>
            </a:r>
          </a:p>
          <a:p>
            <a:r>
              <a:rPr lang="en-US" dirty="0"/>
              <a:t>Please take a moment to complete the session survey found in the mobile app</a:t>
            </a:r>
          </a:p>
          <a:p>
            <a:r>
              <a:rPr lang="en-US" dirty="0"/>
              <a:t>Use the QR code or search for “Converge360 Events” in your app store</a:t>
            </a:r>
          </a:p>
          <a:p>
            <a:r>
              <a:rPr lang="en-US" dirty="0"/>
              <a:t>Find this session on the Agenda tab</a:t>
            </a:r>
          </a:p>
          <a:p>
            <a:r>
              <a:rPr lang="en-US" dirty="0"/>
              <a:t>Click “Session Evaluation”</a:t>
            </a:r>
          </a:p>
          <a:p>
            <a:r>
              <a:rPr lang="en-US" dirty="0"/>
              <a:t>Thank you!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9EBFE1-3CDF-8695-964C-EAA91BBF4E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9137" y="2876550"/>
            <a:ext cx="1427276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897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Microsoft Learn Content Developer</a:t>
            </a:r>
          </a:p>
          <a:p>
            <a:pPr lvl="1"/>
            <a:r>
              <a:rPr lang="en-US" dirty="0"/>
              <a:t>Azure Open AI docs on Microsoft Foundry</a:t>
            </a:r>
          </a:p>
          <a:p>
            <a:r>
              <a:rPr lang="en-US" dirty="0"/>
              <a:t>30+ years industry experience</a:t>
            </a:r>
          </a:p>
          <a:p>
            <a:r>
              <a:rPr lang="en-US" dirty="0"/>
              <a:t>Link blog – The Morning Dew (alvinashcraft.com)</a:t>
            </a:r>
          </a:p>
          <a:p>
            <a:r>
              <a:rPr lang="en-US" dirty="0"/>
              <a:t>Three books for </a:t>
            </a:r>
            <a:r>
              <a:rPr lang="en-US" dirty="0" err="1"/>
              <a:t>Packt</a:t>
            </a:r>
            <a:r>
              <a:rPr lang="en-US" dirty="0"/>
              <a:t> Publishing</a:t>
            </a:r>
          </a:p>
        </p:txBody>
      </p:sp>
    </p:spTree>
    <p:extLst>
      <p:ext uri="{BB962C8B-B14F-4D97-AF65-F5344CB8AC3E}">
        <p14:creationId xmlns:p14="http://schemas.microsoft.com/office/powerpoint/2010/main" val="68601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E1E0-3D04-DC51-6C89-ED6006F9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0802C-3558-35BF-DF4D-41E677048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AI Dev Gallery?</a:t>
            </a:r>
          </a:p>
          <a:p>
            <a:r>
              <a:rPr lang="en-US" dirty="0"/>
              <a:t>Key features</a:t>
            </a:r>
          </a:p>
          <a:p>
            <a:r>
              <a:rPr lang="en-US" dirty="0"/>
              <a:t>Demos 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885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5DBE2-5205-ED50-D974-273A02F50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</p:spPr>
        <p:txBody>
          <a:bodyPr anchor="ctr">
            <a:normAutofit/>
          </a:bodyPr>
          <a:lstStyle/>
          <a:p>
            <a:r>
              <a:rPr lang="en-US" dirty="0"/>
              <a:t>What is AI Dev Gallery?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AEDFD7-3202-0C4B-D005-BEA279E4E91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1685607"/>
            <a:ext cx="4038600" cy="2423160"/>
          </a:xfrm>
          <a:prstGeom prst="rect">
            <a:avLst/>
          </a:prstGeom>
          <a:noFill/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B0F88FA-F51C-DB47-5983-9858F87BD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/>
              <a:t>Open-source Windows app from Microsoft</a:t>
            </a:r>
          </a:p>
          <a:p>
            <a:pPr>
              <a:lnSpc>
                <a:spcPct val="90000"/>
              </a:lnSpc>
            </a:pPr>
            <a:r>
              <a:rPr lang="en-US" sz="2200"/>
              <a:t>Available free in Microsoft Store</a:t>
            </a:r>
          </a:p>
          <a:p>
            <a:pPr>
              <a:lnSpc>
                <a:spcPct val="90000"/>
              </a:lnSpc>
            </a:pPr>
            <a:r>
              <a:rPr lang="en-US" sz="2200"/>
              <a:t>Integrate AI capabilities in your native apps</a:t>
            </a:r>
          </a:p>
          <a:p>
            <a:pPr>
              <a:lnSpc>
                <a:spcPct val="90000"/>
              </a:lnSpc>
            </a:pPr>
            <a:r>
              <a:rPr lang="en-US" sz="2200"/>
              <a:t>Discover AI scenarios &amp; models</a:t>
            </a:r>
          </a:p>
          <a:p>
            <a:pPr>
              <a:lnSpc>
                <a:spcPct val="90000"/>
              </a:lnSpc>
            </a:pPr>
            <a:r>
              <a:rPr lang="en-US" sz="2200"/>
              <a:t>Built with WinUI &amp; Windows App SDK</a:t>
            </a:r>
          </a:p>
        </p:txBody>
      </p:sp>
    </p:spTree>
    <p:extLst>
      <p:ext uri="{BB962C8B-B14F-4D97-AF65-F5344CB8AC3E}">
        <p14:creationId xmlns:p14="http://schemas.microsoft.com/office/powerpoint/2010/main" val="3268625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7ED6D-9D39-D21C-6341-1A706E72A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5CB21-70E1-E5F0-CF01-7DAE2ED81A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🧠 Models &amp; Samples</a:t>
            </a:r>
            <a:endParaRPr lang="en-US" dirty="0"/>
          </a:p>
          <a:p>
            <a:r>
              <a:rPr lang="en-US" dirty="0"/>
              <a:t>25+ interactive samples</a:t>
            </a:r>
          </a:p>
          <a:p>
            <a:r>
              <a:rPr lang="en-US" dirty="0"/>
              <a:t>Browse &amp; download models</a:t>
            </a:r>
          </a:p>
          <a:p>
            <a:r>
              <a:rPr lang="en-US" dirty="0"/>
              <a:t>Supports Phi Silica on Copilot+ PCs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BA072-6B60-A467-3DB7-F8FE90C527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🛠️ Developer Experience</a:t>
            </a:r>
            <a:endParaRPr lang="en-US" dirty="0"/>
          </a:p>
          <a:p>
            <a:r>
              <a:rPr lang="en-US" dirty="0"/>
              <a:t>View C# source code for every sample</a:t>
            </a:r>
          </a:p>
          <a:p>
            <a:r>
              <a:rPr lang="en-US" dirty="0"/>
              <a:t>Export Visual Studio projects</a:t>
            </a:r>
          </a:p>
          <a:p>
            <a:r>
              <a:rPr lang="en-US" dirty="0"/>
              <a:t>Works offline with downloaded models</a:t>
            </a:r>
          </a:p>
          <a:p>
            <a:r>
              <a:rPr lang="en-US" dirty="0"/>
              <a:t>Supports x64 and Arm64 PCs</a:t>
            </a:r>
          </a:p>
        </p:txBody>
      </p:sp>
    </p:spTree>
    <p:extLst>
      <p:ext uri="{BB962C8B-B14F-4D97-AF65-F5344CB8AC3E}">
        <p14:creationId xmlns:p14="http://schemas.microsoft.com/office/powerpoint/2010/main" val="3519827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FB37A-AD9A-E317-7D0D-80F8FD334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🚀 Demo </a:t>
            </a:r>
            <a:r>
              <a:rPr lang="en-US" dirty="0" err="1"/>
              <a:t>TIme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40EEF-B6A7-2842-20B4-7B204E4A6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explore AI Dev Gallery</a:t>
            </a:r>
          </a:p>
        </p:txBody>
      </p:sp>
    </p:spTree>
    <p:extLst>
      <p:ext uri="{BB962C8B-B14F-4D97-AF65-F5344CB8AC3E}">
        <p14:creationId xmlns:p14="http://schemas.microsoft.com/office/powerpoint/2010/main" val="1975963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9A512-5DF1-A8AF-B084-F91A96B37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B00A3-B863-D098-14AE-1BBF02C6E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Microsoft Store: </a:t>
            </a:r>
            <a:r>
              <a:rPr lang="en-US" dirty="0">
                <a:hlinkClick r:id="rId2"/>
              </a:rPr>
              <a:t>http://aka.ms/ai-dev-gallery-store</a:t>
            </a:r>
            <a:r>
              <a:rPr lang="en-US" dirty="0"/>
              <a:t> </a:t>
            </a:r>
          </a:p>
          <a:p>
            <a:r>
              <a:rPr lang="en-US" dirty="0"/>
              <a:t>GitHub repo: </a:t>
            </a:r>
            <a:r>
              <a:rPr lang="en-US" dirty="0">
                <a:hlinkClick r:id="rId3"/>
              </a:rPr>
              <a:t>https://github.com/microsoft/ai-dev-gallery/</a:t>
            </a:r>
            <a:r>
              <a:rPr lang="en-US" dirty="0"/>
              <a:t> </a:t>
            </a:r>
          </a:p>
          <a:p>
            <a:r>
              <a:rPr lang="en-US" dirty="0"/>
              <a:t>Windows AI docs: </a:t>
            </a:r>
            <a:r>
              <a:rPr lang="en-US" dirty="0">
                <a:hlinkClick r:id="rId4"/>
              </a:rPr>
              <a:t>https://learn.microsoft.com/windows/ai/overview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5454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0081A-D0F4-AC5E-979D-A18635C0F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32BED-AB39-6419-C866-EA42CC2AB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r>
              <a:rPr lang="en-US" dirty="0"/>
              <a:t>Blog: </a:t>
            </a:r>
            <a:r>
              <a:rPr lang="en-US" dirty="0">
                <a:hlinkClick r:id="rId2"/>
              </a:rPr>
              <a:t>https://alvinashcraft.com</a:t>
            </a:r>
            <a:r>
              <a:rPr lang="en-US" dirty="0"/>
              <a:t> </a:t>
            </a:r>
          </a:p>
          <a:p>
            <a:r>
              <a:rPr lang="en-US" dirty="0"/>
              <a:t>BlueSky: </a:t>
            </a:r>
            <a:r>
              <a:rPr lang="en-US" dirty="0">
                <a:hlinkClick r:id="rId3"/>
              </a:rPr>
              <a:t>https://bsky.app/profile/alvinashcraft.com</a:t>
            </a:r>
            <a:r>
              <a:rPr lang="en-US" dirty="0"/>
              <a:t> </a:t>
            </a:r>
          </a:p>
          <a:p>
            <a:r>
              <a:rPr lang="en-US" dirty="0"/>
              <a:t>Demos: </a:t>
            </a:r>
            <a:r>
              <a:rPr lang="en-US" dirty="0">
                <a:hlinkClick r:id="rId4"/>
              </a:rPr>
              <a:t>https://github.com/alvinashcraft/speaking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7980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28683-E314-F463-9F5F-3330CACDB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212A2-46FF-7429-0266-4FBF315B6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Session Survey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2BE05B1-4F14-24CD-4ED1-2424844BD44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feedback is very important to us</a:t>
            </a:r>
          </a:p>
          <a:p>
            <a:r>
              <a:rPr lang="en-US" dirty="0"/>
              <a:t>Please take a moment to complete the session survey found in the mobile app</a:t>
            </a:r>
          </a:p>
          <a:p>
            <a:r>
              <a:rPr lang="en-US" dirty="0"/>
              <a:t>Use the QR code or search for “Converge360 Events” in your app store</a:t>
            </a:r>
          </a:p>
          <a:p>
            <a:r>
              <a:rPr lang="en-US" dirty="0"/>
              <a:t>Find this session on the Agenda tab</a:t>
            </a:r>
          </a:p>
          <a:p>
            <a:r>
              <a:rPr lang="en-US" dirty="0"/>
              <a:t>Click “Session Evaluation”</a:t>
            </a:r>
          </a:p>
          <a:p>
            <a:r>
              <a:rPr lang="en-US" dirty="0"/>
              <a:t>Thank you!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1CAC6-8C83-81E5-7CCE-E1B0C2512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9137" y="2876550"/>
            <a:ext cx="1427276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59851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Visual Studio Live! Austin 20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340</Words>
  <Application>Microsoft Office PowerPoint</Application>
  <PresentationFormat>On-screen Show (16:9)</PresentationFormat>
  <Paragraphs>57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Custom Design</vt:lpstr>
      <vt:lpstr>Visual Studio Live! Austin 2018</vt:lpstr>
      <vt:lpstr>PowerPoint Presentation</vt:lpstr>
      <vt:lpstr>Session Survey</vt:lpstr>
      <vt:lpstr>About me</vt:lpstr>
      <vt:lpstr>Agenda</vt:lpstr>
      <vt:lpstr>What is AI Dev Gallery?</vt:lpstr>
      <vt:lpstr>Key Features</vt:lpstr>
      <vt:lpstr>🚀 Demo TIme</vt:lpstr>
      <vt:lpstr>Resources</vt:lpstr>
      <vt:lpstr>Thank you!</vt:lpstr>
      <vt:lpstr>Session Survey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Danielle Potts</dc:creator>
  <cp:lastModifiedBy>Alvin Ashcraft</cp:lastModifiedBy>
  <cp:revision>13</cp:revision>
  <dcterms:created xsi:type="dcterms:W3CDTF">2015-02-16T21:29:58Z</dcterms:created>
  <dcterms:modified xsi:type="dcterms:W3CDTF">2026-09-13T14:00:16Z</dcterms:modified>
</cp:coreProperties>
</file>